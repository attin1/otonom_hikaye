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handoutMasterIdLst>
    <p:handoutMasterId r:id="rId23"/>
  </p:handoutMasterIdLst>
  <p:sldIdLst>
    <p:sldId id="256" r:id="rId2"/>
    <p:sldId id="264" r:id="rId3"/>
    <p:sldId id="265" r:id="rId4"/>
    <p:sldId id="277" r:id="rId5"/>
    <p:sldId id="266" r:id="rId6"/>
    <p:sldId id="267" r:id="rId7"/>
    <p:sldId id="268" r:id="rId8"/>
    <p:sldId id="273" r:id="rId9"/>
    <p:sldId id="275" r:id="rId10"/>
    <p:sldId id="274" r:id="rId11"/>
    <p:sldId id="283" r:id="rId12"/>
    <p:sldId id="284" r:id="rId13"/>
    <p:sldId id="269" r:id="rId14"/>
    <p:sldId id="276" r:id="rId15"/>
    <p:sldId id="282" r:id="rId16"/>
    <p:sldId id="270" r:id="rId17"/>
    <p:sldId id="281" r:id="rId18"/>
    <p:sldId id="271" r:id="rId19"/>
    <p:sldId id="272" r:id="rId20"/>
    <p:sldId id="280" r:id="rId21"/>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74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67D007-D3E5-47A1-B267-F1E57E7976C8}"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9DC94BDF-AE4E-4ADF-84E5-08FFEE57AAA7}">
      <dgm:prSet/>
      <dgm:spPr>
        <a:solidFill>
          <a:schemeClr val="bg1"/>
        </a:solidFill>
        <a:ln>
          <a:solidFill>
            <a:schemeClr val="tx1"/>
          </a:solidFill>
        </a:ln>
      </dgm:spPr>
      <dgm:t>
        <a:bodyPr/>
        <a:lstStyle/>
        <a:p>
          <a:r>
            <a:rPr lang="tr-TR" dirty="0">
              <a:solidFill>
                <a:schemeClr val="tx1"/>
              </a:solidFill>
              <a:latin typeface="Times New Roman" panose="02020603050405020304" pitchFamily="18" charset="0"/>
              <a:cs typeface="Times New Roman" panose="02020603050405020304" pitchFamily="18" charset="0"/>
            </a:rPr>
            <a:t>Giriş</a:t>
          </a:r>
          <a:endParaRPr lang="en-US" dirty="0">
            <a:solidFill>
              <a:schemeClr val="tx1"/>
            </a:solidFill>
            <a:latin typeface="Times New Roman" panose="02020603050405020304" pitchFamily="18" charset="0"/>
            <a:cs typeface="Times New Roman" panose="02020603050405020304" pitchFamily="18" charset="0"/>
          </a:endParaRPr>
        </a:p>
      </dgm:t>
    </dgm:pt>
    <dgm:pt modelId="{5BA53B72-B774-4DDA-A529-952BDFC4FCDE}" type="parTrans" cxnId="{35BA8F2D-8419-4B27-B3FE-70EC16BF05E5}">
      <dgm:prSet/>
      <dgm:spPr/>
      <dgm:t>
        <a:bodyPr/>
        <a:lstStyle/>
        <a:p>
          <a:endParaRPr lang="en-US"/>
        </a:p>
      </dgm:t>
    </dgm:pt>
    <dgm:pt modelId="{FD8BCDC7-9EE4-4DC9-B7F2-C1A034806AE5}" type="sibTrans" cxnId="{35BA8F2D-8419-4B27-B3FE-70EC16BF05E5}">
      <dgm:prSet/>
      <dgm:spPr/>
      <dgm:t>
        <a:bodyPr/>
        <a:lstStyle/>
        <a:p>
          <a:endParaRPr lang="en-US"/>
        </a:p>
      </dgm:t>
    </dgm:pt>
    <dgm:pt modelId="{14DC11E0-6663-4C88-8D9A-896255F95315}">
      <dgm:prSet/>
      <dgm:spPr>
        <a:solidFill>
          <a:srgbClr val="047471"/>
        </a:solidFill>
        <a:ln>
          <a:solidFill>
            <a:schemeClr val="tx1"/>
          </a:solidFill>
        </a:ln>
      </dgm:spPr>
      <dgm:t>
        <a:bodyPr/>
        <a:lstStyle/>
        <a:p>
          <a:r>
            <a:rPr lang="tr-TR" dirty="0">
              <a:latin typeface="Times New Roman" panose="02020603050405020304" pitchFamily="18" charset="0"/>
              <a:cs typeface="Times New Roman" panose="02020603050405020304" pitchFamily="18" charset="0"/>
            </a:rPr>
            <a:t>Problem</a:t>
          </a:r>
          <a:endParaRPr lang="en-US" dirty="0">
            <a:latin typeface="Times New Roman" panose="02020603050405020304" pitchFamily="18" charset="0"/>
            <a:cs typeface="Times New Roman" panose="02020603050405020304" pitchFamily="18" charset="0"/>
          </a:endParaRPr>
        </a:p>
      </dgm:t>
    </dgm:pt>
    <dgm:pt modelId="{DDFB8229-3FDF-4CF9-BB3A-74E98E737DE9}" type="parTrans" cxnId="{25288ECC-903A-4690-93EE-6CD1BC293DDB}">
      <dgm:prSet/>
      <dgm:spPr/>
      <dgm:t>
        <a:bodyPr/>
        <a:lstStyle/>
        <a:p>
          <a:endParaRPr lang="en-US"/>
        </a:p>
      </dgm:t>
    </dgm:pt>
    <dgm:pt modelId="{41BCF8A0-CCB1-46E0-88AD-C0132F371A60}" type="sibTrans" cxnId="{25288ECC-903A-4690-93EE-6CD1BC293DDB}">
      <dgm:prSet/>
      <dgm:spPr/>
      <dgm:t>
        <a:bodyPr/>
        <a:lstStyle/>
        <a:p>
          <a:endParaRPr lang="en-US"/>
        </a:p>
      </dgm:t>
    </dgm:pt>
    <dgm:pt modelId="{E3AA3559-72E9-43C7-B59F-77BB3FB35E06}">
      <dgm:prSet/>
      <dgm:spPr>
        <a:solidFill>
          <a:schemeClr val="bg1"/>
        </a:solidFill>
        <a:ln>
          <a:solidFill>
            <a:schemeClr val="tx1"/>
          </a:solidFill>
        </a:ln>
      </dgm:spPr>
      <dgm:t>
        <a:bodyPr/>
        <a:lstStyle/>
        <a:p>
          <a:r>
            <a:rPr lang="tr-TR" dirty="0">
              <a:solidFill>
                <a:schemeClr val="tx1"/>
              </a:solidFill>
              <a:latin typeface="Times New Roman" panose="02020603050405020304" pitchFamily="18" charset="0"/>
              <a:cs typeface="Times New Roman" panose="02020603050405020304" pitchFamily="18" charset="0"/>
            </a:rPr>
            <a:t>Amaç</a:t>
          </a:r>
          <a:endParaRPr lang="en-US" dirty="0">
            <a:solidFill>
              <a:schemeClr val="tx1"/>
            </a:solidFill>
            <a:latin typeface="Times New Roman" panose="02020603050405020304" pitchFamily="18" charset="0"/>
            <a:cs typeface="Times New Roman" panose="02020603050405020304" pitchFamily="18" charset="0"/>
          </a:endParaRPr>
        </a:p>
      </dgm:t>
    </dgm:pt>
    <dgm:pt modelId="{B44F4F85-DD82-4A2C-8E66-50AAE8FE2032}" type="parTrans" cxnId="{64E9910A-7D4C-456B-8B33-34B53C01793E}">
      <dgm:prSet/>
      <dgm:spPr/>
      <dgm:t>
        <a:bodyPr/>
        <a:lstStyle/>
        <a:p>
          <a:endParaRPr lang="en-US"/>
        </a:p>
      </dgm:t>
    </dgm:pt>
    <dgm:pt modelId="{81C393D7-4FFC-4C0D-B9BC-D75C8C4F3FAA}" type="sibTrans" cxnId="{64E9910A-7D4C-456B-8B33-34B53C01793E}">
      <dgm:prSet/>
      <dgm:spPr/>
      <dgm:t>
        <a:bodyPr/>
        <a:lstStyle/>
        <a:p>
          <a:endParaRPr lang="en-US"/>
        </a:p>
      </dgm:t>
    </dgm:pt>
    <dgm:pt modelId="{B848785C-9F70-4CA3-9940-3E9C90D1E27C}">
      <dgm:prSet/>
      <dgm:spPr>
        <a:solidFill>
          <a:srgbClr val="047471"/>
        </a:solidFill>
        <a:ln>
          <a:solidFill>
            <a:schemeClr val="tx1"/>
          </a:solidFill>
        </a:ln>
      </dgm:spPr>
      <dgm:t>
        <a:bodyPr/>
        <a:lstStyle/>
        <a:p>
          <a:r>
            <a:rPr lang="tr-TR" dirty="0">
              <a:latin typeface="Times New Roman" panose="02020603050405020304" pitchFamily="18" charset="0"/>
              <a:cs typeface="Times New Roman" panose="02020603050405020304" pitchFamily="18" charset="0"/>
            </a:rPr>
            <a:t>Yöntem</a:t>
          </a:r>
          <a:endParaRPr lang="en-US" dirty="0">
            <a:latin typeface="Times New Roman" panose="02020603050405020304" pitchFamily="18" charset="0"/>
            <a:cs typeface="Times New Roman" panose="02020603050405020304" pitchFamily="18" charset="0"/>
          </a:endParaRPr>
        </a:p>
      </dgm:t>
    </dgm:pt>
    <dgm:pt modelId="{270D1107-2861-4630-9790-1FDBA9EC5816}" type="parTrans" cxnId="{4F84BF96-15F1-49F9-9964-E6F06BAB2917}">
      <dgm:prSet/>
      <dgm:spPr/>
      <dgm:t>
        <a:bodyPr/>
        <a:lstStyle/>
        <a:p>
          <a:endParaRPr lang="en-US"/>
        </a:p>
      </dgm:t>
    </dgm:pt>
    <dgm:pt modelId="{B2666F02-86E5-4DC6-B0DC-9AC358E383A3}" type="sibTrans" cxnId="{4F84BF96-15F1-49F9-9964-E6F06BAB2917}">
      <dgm:prSet/>
      <dgm:spPr/>
      <dgm:t>
        <a:bodyPr/>
        <a:lstStyle/>
        <a:p>
          <a:endParaRPr lang="en-US"/>
        </a:p>
      </dgm:t>
    </dgm:pt>
    <dgm:pt modelId="{84B29FB6-23D7-4D2C-9BAD-FB8902539F8D}">
      <dgm:prSet/>
      <dgm:spPr>
        <a:solidFill>
          <a:srgbClr val="047471"/>
        </a:solidFill>
        <a:ln>
          <a:solidFill>
            <a:schemeClr val="tx1"/>
          </a:solidFill>
        </a:ln>
      </dgm:spPr>
      <dgm:t>
        <a:bodyPr/>
        <a:lstStyle/>
        <a:p>
          <a:r>
            <a:rPr lang="tr-TR" dirty="0">
              <a:latin typeface="Times New Roman" panose="02020603050405020304" pitchFamily="18" charset="0"/>
              <a:cs typeface="Times New Roman" panose="02020603050405020304" pitchFamily="18" charset="0"/>
            </a:rPr>
            <a:t>Bulgular</a:t>
          </a:r>
          <a:endParaRPr lang="en-US" dirty="0">
            <a:latin typeface="Times New Roman" panose="02020603050405020304" pitchFamily="18" charset="0"/>
            <a:cs typeface="Times New Roman" panose="02020603050405020304" pitchFamily="18" charset="0"/>
          </a:endParaRPr>
        </a:p>
      </dgm:t>
    </dgm:pt>
    <dgm:pt modelId="{E11A990F-0CE3-42AA-921F-73C97C173311}" type="parTrans" cxnId="{6AD419BD-5C33-4F0D-883A-DC839E508C15}">
      <dgm:prSet/>
      <dgm:spPr/>
      <dgm:t>
        <a:bodyPr/>
        <a:lstStyle/>
        <a:p>
          <a:endParaRPr lang="en-US"/>
        </a:p>
      </dgm:t>
    </dgm:pt>
    <dgm:pt modelId="{7A5B81CE-98AB-44CB-AF01-679263716A70}" type="sibTrans" cxnId="{6AD419BD-5C33-4F0D-883A-DC839E508C15}">
      <dgm:prSet/>
      <dgm:spPr/>
      <dgm:t>
        <a:bodyPr/>
        <a:lstStyle/>
        <a:p>
          <a:endParaRPr lang="en-US"/>
        </a:p>
      </dgm:t>
    </dgm:pt>
    <dgm:pt modelId="{8653E346-18B3-488E-9665-C162E2EA3E35}">
      <dgm:prSet/>
      <dgm:spPr>
        <a:solidFill>
          <a:schemeClr val="bg1"/>
        </a:solidFill>
        <a:ln>
          <a:solidFill>
            <a:schemeClr val="tx1"/>
          </a:solidFill>
        </a:ln>
      </dgm:spPr>
      <dgm:t>
        <a:bodyPr/>
        <a:lstStyle/>
        <a:p>
          <a:r>
            <a:rPr lang="tr-TR" dirty="0">
              <a:solidFill>
                <a:schemeClr val="tx1"/>
              </a:solidFill>
              <a:latin typeface="Times New Roman" panose="02020603050405020304" pitchFamily="18" charset="0"/>
              <a:cs typeface="Times New Roman" panose="02020603050405020304" pitchFamily="18" charset="0"/>
            </a:rPr>
            <a:t>Sonuç ve Tartışma</a:t>
          </a:r>
          <a:endParaRPr lang="en-US" dirty="0">
            <a:solidFill>
              <a:schemeClr val="tx1"/>
            </a:solidFill>
            <a:latin typeface="Times New Roman" panose="02020603050405020304" pitchFamily="18" charset="0"/>
            <a:cs typeface="Times New Roman" panose="02020603050405020304" pitchFamily="18" charset="0"/>
          </a:endParaRPr>
        </a:p>
      </dgm:t>
    </dgm:pt>
    <dgm:pt modelId="{8DC657DB-FD32-4099-860D-C6F42EB5160E}" type="parTrans" cxnId="{E0D02E11-7004-4FBE-BF83-E87334359C92}">
      <dgm:prSet/>
      <dgm:spPr/>
      <dgm:t>
        <a:bodyPr/>
        <a:lstStyle/>
        <a:p>
          <a:endParaRPr lang="en-US"/>
        </a:p>
      </dgm:t>
    </dgm:pt>
    <dgm:pt modelId="{60FA216A-2566-46EA-B082-F87482574A7C}" type="sibTrans" cxnId="{E0D02E11-7004-4FBE-BF83-E87334359C92}">
      <dgm:prSet/>
      <dgm:spPr/>
      <dgm:t>
        <a:bodyPr/>
        <a:lstStyle/>
        <a:p>
          <a:endParaRPr lang="en-US"/>
        </a:p>
      </dgm:t>
    </dgm:pt>
    <dgm:pt modelId="{59082AA9-560B-4EC9-B393-3D07FFB2794F}">
      <dgm:prSet/>
      <dgm:spPr>
        <a:solidFill>
          <a:srgbClr val="047471"/>
        </a:solidFill>
        <a:ln>
          <a:solidFill>
            <a:schemeClr val="tx1"/>
          </a:solidFill>
        </a:ln>
      </dgm:spPr>
      <dgm:t>
        <a:bodyPr/>
        <a:lstStyle/>
        <a:p>
          <a:r>
            <a:rPr lang="tr-TR" dirty="0">
              <a:latin typeface="Times New Roman" panose="02020603050405020304" pitchFamily="18" charset="0"/>
              <a:cs typeface="Times New Roman" panose="02020603050405020304" pitchFamily="18" charset="0"/>
            </a:rPr>
            <a:t>Öneriler</a:t>
          </a:r>
          <a:endParaRPr lang="en-US" dirty="0">
            <a:latin typeface="Times New Roman" panose="02020603050405020304" pitchFamily="18" charset="0"/>
            <a:cs typeface="Times New Roman" panose="02020603050405020304" pitchFamily="18" charset="0"/>
          </a:endParaRPr>
        </a:p>
      </dgm:t>
    </dgm:pt>
    <dgm:pt modelId="{BDBFBDB2-4048-4E23-8235-D43C02CA1FF1}" type="parTrans" cxnId="{0B00E767-AD33-4686-84A5-56475C2B9674}">
      <dgm:prSet/>
      <dgm:spPr/>
      <dgm:t>
        <a:bodyPr/>
        <a:lstStyle/>
        <a:p>
          <a:endParaRPr lang="en-US"/>
        </a:p>
      </dgm:t>
    </dgm:pt>
    <dgm:pt modelId="{E853C3F2-82F1-4C2C-8835-6E443546903F}" type="sibTrans" cxnId="{0B00E767-AD33-4686-84A5-56475C2B9674}">
      <dgm:prSet/>
      <dgm:spPr/>
      <dgm:t>
        <a:bodyPr/>
        <a:lstStyle/>
        <a:p>
          <a:endParaRPr lang="en-US"/>
        </a:p>
      </dgm:t>
    </dgm:pt>
    <dgm:pt modelId="{827A1EDB-F938-4386-82D8-77E738AFB46E}">
      <dgm:prSet/>
      <dgm:spPr>
        <a:solidFill>
          <a:schemeClr val="bg1"/>
        </a:solidFill>
        <a:ln>
          <a:solidFill>
            <a:schemeClr val="tx1"/>
          </a:solidFill>
        </a:ln>
      </dgm:spPr>
      <dgm:t>
        <a:bodyPr/>
        <a:lstStyle/>
        <a:p>
          <a:r>
            <a:rPr lang="tr-TR" dirty="0">
              <a:solidFill>
                <a:schemeClr val="tx1"/>
              </a:solidFill>
              <a:latin typeface="Times New Roman" panose="02020603050405020304" pitchFamily="18" charset="0"/>
              <a:cs typeface="Times New Roman" panose="02020603050405020304" pitchFamily="18" charset="0"/>
            </a:rPr>
            <a:t>Kaynaklar</a:t>
          </a:r>
          <a:endParaRPr lang="en-US" dirty="0">
            <a:solidFill>
              <a:schemeClr val="tx1"/>
            </a:solidFill>
            <a:latin typeface="Times New Roman" panose="02020603050405020304" pitchFamily="18" charset="0"/>
            <a:cs typeface="Times New Roman" panose="02020603050405020304" pitchFamily="18" charset="0"/>
          </a:endParaRPr>
        </a:p>
      </dgm:t>
    </dgm:pt>
    <dgm:pt modelId="{970FF021-CB72-453A-A8A3-F15DBDB7D2DC}" type="parTrans" cxnId="{D6BC95C0-D959-469B-96C8-0B6A44F2E6F1}">
      <dgm:prSet/>
      <dgm:spPr/>
      <dgm:t>
        <a:bodyPr/>
        <a:lstStyle/>
        <a:p>
          <a:endParaRPr lang="en-US"/>
        </a:p>
      </dgm:t>
    </dgm:pt>
    <dgm:pt modelId="{DE6B9E15-ED85-4899-B07B-B8099620B9E4}" type="sibTrans" cxnId="{D6BC95C0-D959-469B-96C8-0B6A44F2E6F1}">
      <dgm:prSet/>
      <dgm:spPr/>
      <dgm:t>
        <a:bodyPr/>
        <a:lstStyle/>
        <a:p>
          <a:endParaRPr lang="en-US"/>
        </a:p>
      </dgm:t>
    </dgm:pt>
    <dgm:pt modelId="{0EF4E6EF-DE4C-4537-9740-830A0898EEDC}" type="pres">
      <dgm:prSet presAssocID="{B467D007-D3E5-47A1-B267-F1E57E7976C8}" presName="diagram" presStyleCnt="0">
        <dgm:presLayoutVars>
          <dgm:dir/>
          <dgm:resizeHandles val="exact"/>
        </dgm:presLayoutVars>
      </dgm:prSet>
      <dgm:spPr/>
    </dgm:pt>
    <dgm:pt modelId="{FB72D304-BEFA-47E1-8B26-3EB6BE038A07}" type="pres">
      <dgm:prSet presAssocID="{9DC94BDF-AE4E-4ADF-84E5-08FFEE57AAA7}" presName="node" presStyleLbl="node1" presStyleIdx="0" presStyleCnt="8">
        <dgm:presLayoutVars>
          <dgm:bulletEnabled val="1"/>
        </dgm:presLayoutVars>
      </dgm:prSet>
      <dgm:spPr/>
    </dgm:pt>
    <dgm:pt modelId="{0B0B87F7-2BDC-4634-AE3C-8B66CC920F17}" type="pres">
      <dgm:prSet presAssocID="{FD8BCDC7-9EE4-4DC9-B7F2-C1A034806AE5}" presName="sibTrans" presStyleCnt="0"/>
      <dgm:spPr/>
    </dgm:pt>
    <dgm:pt modelId="{EBBA6006-28ED-43D7-B1A2-B57DA47F59FB}" type="pres">
      <dgm:prSet presAssocID="{14DC11E0-6663-4C88-8D9A-896255F95315}" presName="node" presStyleLbl="node1" presStyleIdx="1" presStyleCnt="8">
        <dgm:presLayoutVars>
          <dgm:bulletEnabled val="1"/>
        </dgm:presLayoutVars>
      </dgm:prSet>
      <dgm:spPr/>
    </dgm:pt>
    <dgm:pt modelId="{6935429E-0E9D-414A-9208-6CB0D78153C6}" type="pres">
      <dgm:prSet presAssocID="{41BCF8A0-CCB1-46E0-88AD-C0132F371A60}" presName="sibTrans" presStyleCnt="0"/>
      <dgm:spPr/>
    </dgm:pt>
    <dgm:pt modelId="{CBA2386B-A8D1-455F-8FA2-F8E721615B01}" type="pres">
      <dgm:prSet presAssocID="{E3AA3559-72E9-43C7-B59F-77BB3FB35E06}" presName="node" presStyleLbl="node1" presStyleIdx="2" presStyleCnt="8">
        <dgm:presLayoutVars>
          <dgm:bulletEnabled val="1"/>
        </dgm:presLayoutVars>
      </dgm:prSet>
      <dgm:spPr/>
    </dgm:pt>
    <dgm:pt modelId="{63E8CA13-934A-4B89-8969-A074BE33AE6B}" type="pres">
      <dgm:prSet presAssocID="{81C393D7-4FFC-4C0D-B9BC-D75C8C4F3FAA}" presName="sibTrans" presStyleCnt="0"/>
      <dgm:spPr/>
    </dgm:pt>
    <dgm:pt modelId="{71EE2878-63C9-413B-9305-920D3376A210}" type="pres">
      <dgm:prSet presAssocID="{B848785C-9F70-4CA3-9940-3E9C90D1E27C}" presName="node" presStyleLbl="node1" presStyleIdx="3" presStyleCnt="8">
        <dgm:presLayoutVars>
          <dgm:bulletEnabled val="1"/>
        </dgm:presLayoutVars>
      </dgm:prSet>
      <dgm:spPr/>
    </dgm:pt>
    <dgm:pt modelId="{9EBA8049-CD72-4CD9-8A65-8A6DA66C302E}" type="pres">
      <dgm:prSet presAssocID="{B2666F02-86E5-4DC6-B0DC-9AC358E383A3}" presName="sibTrans" presStyleCnt="0"/>
      <dgm:spPr/>
    </dgm:pt>
    <dgm:pt modelId="{05EA2DCC-805E-497F-93D7-581C3C7AD031}" type="pres">
      <dgm:prSet presAssocID="{84B29FB6-23D7-4D2C-9BAD-FB8902539F8D}" presName="node" presStyleLbl="node1" presStyleIdx="4" presStyleCnt="8">
        <dgm:presLayoutVars>
          <dgm:bulletEnabled val="1"/>
        </dgm:presLayoutVars>
      </dgm:prSet>
      <dgm:spPr/>
    </dgm:pt>
    <dgm:pt modelId="{F3B249F9-4884-4C53-8403-7C0668C29F43}" type="pres">
      <dgm:prSet presAssocID="{7A5B81CE-98AB-44CB-AF01-679263716A70}" presName="sibTrans" presStyleCnt="0"/>
      <dgm:spPr/>
    </dgm:pt>
    <dgm:pt modelId="{281139A6-B0BF-4096-966D-0B37AFEE5895}" type="pres">
      <dgm:prSet presAssocID="{8653E346-18B3-488E-9665-C162E2EA3E35}" presName="node" presStyleLbl="node1" presStyleIdx="5" presStyleCnt="8">
        <dgm:presLayoutVars>
          <dgm:bulletEnabled val="1"/>
        </dgm:presLayoutVars>
      </dgm:prSet>
      <dgm:spPr/>
    </dgm:pt>
    <dgm:pt modelId="{2BB5841E-75CD-4EA4-98EE-BF13B112A6B8}" type="pres">
      <dgm:prSet presAssocID="{60FA216A-2566-46EA-B082-F87482574A7C}" presName="sibTrans" presStyleCnt="0"/>
      <dgm:spPr/>
    </dgm:pt>
    <dgm:pt modelId="{66E7E410-DF91-44B7-9EAF-7229C9E102CC}" type="pres">
      <dgm:prSet presAssocID="{59082AA9-560B-4EC9-B393-3D07FFB2794F}" presName="node" presStyleLbl="node1" presStyleIdx="6" presStyleCnt="8">
        <dgm:presLayoutVars>
          <dgm:bulletEnabled val="1"/>
        </dgm:presLayoutVars>
      </dgm:prSet>
      <dgm:spPr/>
    </dgm:pt>
    <dgm:pt modelId="{8E7A3598-5CF6-4424-A6B4-BCBF340979B0}" type="pres">
      <dgm:prSet presAssocID="{E853C3F2-82F1-4C2C-8835-6E443546903F}" presName="sibTrans" presStyleCnt="0"/>
      <dgm:spPr/>
    </dgm:pt>
    <dgm:pt modelId="{7187257B-41A3-4B3E-86D0-559E994CF7FE}" type="pres">
      <dgm:prSet presAssocID="{827A1EDB-F938-4386-82D8-77E738AFB46E}" presName="node" presStyleLbl="node1" presStyleIdx="7" presStyleCnt="8">
        <dgm:presLayoutVars>
          <dgm:bulletEnabled val="1"/>
        </dgm:presLayoutVars>
      </dgm:prSet>
      <dgm:spPr/>
    </dgm:pt>
  </dgm:ptLst>
  <dgm:cxnLst>
    <dgm:cxn modelId="{64E9910A-7D4C-456B-8B33-34B53C01793E}" srcId="{B467D007-D3E5-47A1-B267-F1E57E7976C8}" destId="{E3AA3559-72E9-43C7-B59F-77BB3FB35E06}" srcOrd="2" destOrd="0" parTransId="{B44F4F85-DD82-4A2C-8E66-50AAE8FE2032}" sibTransId="{81C393D7-4FFC-4C0D-B9BC-D75C8C4F3FAA}"/>
    <dgm:cxn modelId="{E0D02E11-7004-4FBE-BF83-E87334359C92}" srcId="{B467D007-D3E5-47A1-B267-F1E57E7976C8}" destId="{8653E346-18B3-488E-9665-C162E2EA3E35}" srcOrd="5" destOrd="0" parTransId="{8DC657DB-FD32-4099-860D-C6F42EB5160E}" sibTransId="{60FA216A-2566-46EA-B082-F87482574A7C}"/>
    <dgm:cxn modelId="{E1D5EF22-83F0-4803-B7B5-F0FF9DC21957}" type="presOf" srcId="{E3AA3559-72E9-43C7-B59F-77BB3FB35E06}" destId="{CBA2386B-A8D1-455F-8FA2-F8E721615B01}" srcOrd="0" destOrd="0" presId="urn:microsoft.com/office/officeart/2005/8/layout/default"/>
    <dgm:cxn modelId="{35BA8F2D-8419-4B27-B3FE-70EC16BF05E5}" srcId="{B467D007-D3E5-47A1-B267-F1E57E7976C8}" destId="{9DC94BDF-AE4E-4ADF-84E5-08FFEE57AAA7}" srcOrd="0" destOrd="0" parTransId="{5BA53B72-B774-4DDA-A529-952BDFC4FCDE}" sibTransId="{FD8BCDC7-9EE4-4DC9-B7F2-C1A034806AE5}"/>
    <dgm:cxn modelId="{D7663A3D-1455-425D-97B6-202C815A05E9}" type="presOf" srcId="{84B29FB6-23D7-4D2C-9BAD-FB8902539F8D}" destId="{05EA2DCC-805E-497F-93D7-581C3C7AD031}" srcOrd="0" destOrd="0" presId="urn:microsoft.com/office/officeart/2005/8/layout/default"/>
    <dgm:cxn modelId="{AB91C946-F0BF-44DF-B1D5-9554A0E79E3B}" type="presOf" srcId="{8653E346-18B3-488E-9665-C162E2EA3E35}" destId="{281139A6-B0BF-4096-966D-0B37AFEE5895}" srcOrd="0" destOrd="0" presId="urn:microsoft.com/office/officeart/2005/8/layout/default"/>
    <dgm:cxn modelId="{0B00E767-AD33-4686-84A5-56475C2B9674}" srcId="{B467D007-D3E5-47A1-B267-F1E57E7976C8}" destId="{59082AA9-560B-4EC9-B393-3D07FFB2794F}" srcOrd="6" destOrd="0" parTransId="{BDBFBDB2-4048-4E23-8235-D43C02CA1FF1}" sibTransId="{E853C3F2-82F1-4C2C-8835-6E443546903F}"/>
    <dgm:cxn modelId="{D85D4677-207F-4F4A-A17D-B27C9B92DADE}" type="presOf" srcId="{9DC94BDF-AE4E-4ADF-84E5-08FFEE57AAA7}" destId="{FB72D304-BEFA-47E1-8B26-3EB6BE038A07}" srcOrd="0" destOrd="0" presId="urn:microsoft.com/office/officeart/2005/8/layout/default"/>
    <dgm:cxn modelId="{4EE30789-1475-4156-A7FE-8D16112B2A0F}" type="presOf" srcId="{827A1EDB-F938-4386-82D8-77E738AFB46E}" destId="{7187257B-41A3-4B3E-86D0-559E994CF7FE}" srcOrd="0" destOrd="0" presId="urn:microsoft.com/office/officeart/2005/8/layout/default"/>
    <dgm:cxn modelId="{4F84BF96-15F1-49F9-9964-E6F06BAB2917}" srcId="{B467D007-D3E5-47A1-B267-F1E57E7976C8}" destId="{B848785C-9F70-4CA3-9940-3E9C90D1E27C}" srcOrd="3" destOrd="0" parTransId="{270D1107-2861-4630-9790-1FDBA9EC5816}" sibTransId="{B2666F02-86E5-4DC6-B0DC-9AC358E383A3}"/>
    <dgm:cxn modelId="{1228E79A-06E6-40DA-A7BC-F58FC4DBB7BD}" type="presOf" srcId="{B467D007-D3E5-47A1-B267-F1E57E7976C8}" destId="{0EF4E6EF-DE4C-4537-9740-830A0898EEDC}" srcOrd="0" destOrd="0" presId="urn:microsoft.com/office/officeart/2005/8/layout/default"/>
    <dgm:cxn modelId="{DDBF61A9-DFAD-46C1-922B-0D9E9EC0750A}" type="presOf" srcId="{59082AA9-560B-4EC9-B393-3D07FFB2794F}" destId="{66E7E410-DF91-44B7-9EAF-7229C9E102CC}" srcOrd="0" destOrd="0" presId="urn:microsoft.com/office/officeart/2005/8/layout/default"/>
    <dgm:cxn modelId="{81B1FBB6-3490-43EC-A60C-83965E43F3F2}" type="presOf" srcId="{14DC11E0-6663-4C88-8D9A-896255F95315}" destId="{EBBA6006-28ED-43D7-B1A2-B57DA47F59FB}" srcOrd="0" destOrd="0" presId="urn:microsoft.com/office/officeart/2005/8/layout/default"/>
    <dgm:cxn modelId="{6AD419BD-5C33-4F0D-883A-DC839E508C15}" srcId="{B467D007-D3E5-47A1-B267-F1E57E7976C8}" destId="{84B29FB6-23D7-4D2C-9BAD-FB8902539F8D}" srcOrd="4" destOrd="0" parTransId="{E11A990F-0CE3-42AA-921F-73C97C173311}" sibTransId="{7A5B81CE-98AB-44CB-AF01-679263716A70}"/>
    <dgm:cxn modelId="{D6BC95C0-D959-469B-96C8-0B6A44F2E6F1}" srcId="{B467D007-D3E5-47A1-B267-F1E57E7976C8}" destId="{827A1EDB-F938-4386-82D8-77E738AFB46E}" srcOrd="7" destOrd="0" parTransId="{970FF021-CB72-453A-A8A3-F15DBDB7D2DC}" sibTransId="{DE6B9E15-ED85-4899-B07B-B8099620B9E4}"/>
    <dgm:cxn modelId="{25288ECC-903A-4690-93EE-6CD1BC293DDB}" srcId="{B467D007-D3E5-47A1-B267-F1E57E7976C8}" destId="{14DC11E0-6663-4C88-8D9A-896255F95315}" srcOrd="1" destOrd="0" parTransId="{DDFB8229-3FDF-4CF9-BB3A-74E98E737DE9}" sibTransId="{41BCF8A0-CCB1-46E0-88AD-C0132F371A60}"/>
    <dgm:cxn modelId="{6F258BD8-F866-4383-965F-C13B46C591AA}" type="presOf" srcId="{B848785C-9F70-4CA3-9940-3E9C90D1E27C}" destId="{71EE2878-63C9-413B-9305-920D3376A210}" srcOrd="0" destOrd="0" presId="urn:microsoft.com/office/officeart/2005/8/layout/default"/>
    <dgm:cxn modelId="{7DBA45E7-8C54-4E09-AE15-46DED4857EC4}" type="presParOf" srcId="{0EF4E6EF-DE4C-4537-9740-830A0898EEDC}" destId="{FB72D304-BEFA-47E1-8B26-3EB6BE038A07}" srcOrd="0" destOrd="0" presId="urn:microsoft.com/office/officeart/2005/8/layout/default"/>
    <dgm:cxn modelId="{8A6DDFD4-DCD0-43F3-8CD5-5FD983451B3D}" type="presParOf" srcId="{0EF4E6EF-DE4C-4537-9740-830A0898EEDC}" destId="{0B0B87F7-2BDC-4634-AE3C-8B66CC920F17}" srcOrd="1" destOrd="0" presId="urn:microsoft.com/office/officeart/2005/8/layout/default"/>
    <dgm:cxn modelId="{469D4EF1-AE5C-4954-94E6-86ADE5FF727E}" type="presParOf" srcId="{0EF4E6EF-DE4C-4537-9740-830A0898EEDC}" destId="{EBBA6006-28ED-43D7-B1A2-B57DA47F59FB}" srcOrd="2" destOrd="0" presId="urn:microsoft.com/office/officeart/2005/8/layout/default"/>
    <dgm:cxn modelId="{656969DA-D45A-4B90-8578-C2E6CF8C984B}" type="presParOf" srcId="{0EF4E6EF-DE4C-4537-9740-830A0898EEDC}" destId="{6935429E-0E9D-414A-9208-6CB0D78153C6}" srcOrd="3" destOrd="0" presId="urn:microsoft.com/office/officeart/2005/8/layout/default"/>
    <dgm:cxn modelId="{120EB8FE-0B11-424F-8B50-D125C6568FE4}" type="presParOf" srcId="{0EF4E6EF-DE4C-4537-9740-830A0898EEDC}" destId="{CBA2386B-A8D1-455F-8FA2-F8E721615B01}" srcOrd="4" destOrd="0" presId="urn:microsoft.com/office/officeart/2005/8/layout/default"/>
    <dgm:cxn modelId="{39B15551-3AE4-4F9B-AD17-65C7467CD2F4}" type="presParOf" srcId="{0EF4E6EF-DE4C-4537-9740-830A0898EEDC}" destId="{63E8CA13-934A-4B89-8969-A074BE33AE6B}" srcOrd="5" destOrd="0" presId="urn:microsoft.com/office/officeart/2005/8/layout/default"/>
    <dgm:cxn modelId="{74434998-9540-41A8-9909-B3F8E1616B96}" type="presParOf" srcId="{0EF4E6EF-DE4C-4537-9740-830A0898EEDC}" destId="{71EE2878-63C9-413B-9305-920D3376A210}" srcOrd="6" destOrd="0" presId="urn:microsoft.com/office/officeart/2005/8/layout/default"/>
    <dgm:cxn modelId="{4694DA61-FCF9-4842-944C-D5AD6A7A0EC6}" type="presParOf" srcId="{0EF4E6EF-DE4C-4537-9740-830A0898EEDC}" destId="{9EBA8049-CD72-4CD9-8A65-8A6DA66C302E}" srcOrd="7" destOrd="0" presId="urn:microsoft.com/office/officeart/2005/8/layout/default"/>
    <dgm:cxn modelId="{F1F70062-3F12-4902-9087-CA507C06E988}" type="presParOf" srcId="{0EF4E6EF-DE4C-4537-9740-830A0898EEDC}" destId="{05EA2DCC-805E-497F-93D7-581C3C7AD031}" srcOrd="8" destOrd="0" presId="urn:microsoft.com/office/officeart/2005/8/layout/default"/>
    <dgm:cxn modelId="{46BEC3AD-6714-4E9C-9C7B-947E6AAE51A7}" type="presParOf" srcId="{0EF4E6EF-DE4C-4537-9740-830A0898EEDC}" destId="{F3B249F9-4884-4C53-8403-7C0668C29F43}" srcOrd="9" destOrd="0" presId="urn:microsoft.com/office/officeart/2005/8/layout/default"/>
    <dgm:cxn modelId="{BD53B774-99CD-48A6-91F2-CF38B9A913C6}" type="presParOf" srcId="{0EF4E6EF-DE4C-4537-9740-830A0898EEDC}" destId="{281139A6-B0BF-4096-966D-0B37AFEE5895}" srcOrd="10" destOrd="0" presId="urn:microsoft.com/office/officeart/2005/8/layout/default"/>
    <dgm:cxn modelId="{962A44BC-2889-4DD5-9D95-0A5098F5BFA7}" type="presParOf" srcId="{0EF4E6EF-DE4C-4537-9740-830A0898EEDC}" destId="{2BB5841E-75CD-4EA4-98EE-BF13B112A6B8}" srcOrd="11" destOrd="0" presId="urn:microsoft.com/office/officeart/2005/8/layout/default"/>
    <dgm:cxn modelId="{5017CBCD-32A8-47AB-9D9B-772B08466547}" type="presParOf" srcId="{0EF4E6EF-DE4C-4537-9740-830A0898EEDC}" destId="{66E7E410-DF91-44B7-9EAF-7229C9E102CC}" srcOrd="12" destOrd="0" presId="urn:microsoft.com/office/officeart/2005/8/layout/default"/>
    <dgm:cxn modelId="{A9BA7BC3-6BBB-41E7-9CB6-21D18B78DD37}" type="presParOf" srcId="{0EF4E6EF-DE4C-4537-9740-830A0898EEDC}" destId="{8E7A3598-5CF6-4424-A6B4-BCBF340979B0}" srcOrd="13" destOrd="0" presId="urn:microsoft.com/office/officeart/2005/8/layout/default"/>
    <dgm:cxn modelId="{D0A8B443-4BAD-4E3C-9679-F4A3B245B003}" type="presParOf" srcId="{0EF4E6EF-DE4C-4537-9740-830A0898EEDC}" destId="{7187257B-41A3-4B3E-86D0-559E994CF7FE}"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72D304-BEFA-47E1-8B26-3EB6BE038A07}">
      <dsp:nvSpPr>
        <dsp:cNvPr id="0" name=""/>
        <dsp:cNvSpPr/>
      </dsp:nvSpPr>
      <dsp:spPr>
        <a:xfrm>
          <a:off x="3190" y="137741"/>
          <a:ext cx="2531289" cy="1518773"/>
        </a:xfrm>
        <a:prstGeom prst="rect">
          <a:avLst/>
        </a:prstGeom>
        <a:solidFill>
          <a:schemeClr val="bg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tr-TR" sz="4100" kern="1200" dirty="0">
              <a:solidFill>
                <a:schemeClr val="tx1"/>
              </a:solidFill>
              <a:latin typeface="Times New Roman" panose="02020603050405020304" pitchFamily="18" charset="0"/>
              <a:cs typeface="Times New Roman" panose="02020603050405020304" pitchFamily="18" charset="0"/>
            </a:rPr>
            <a:t>Giriş</a:t>
          </a:r>
          <a:endParaRPr lang="en-US" sz="4100" kern="1200" dirty="0">
            <a:solidFill>
              <a:schemeClr val="tx1"/>
            </a:solidFill>
            <a:latin typeface="Times New Roman" panose="02020603050405020304" pitchFamily="18" charset="0"/>
            <a:cs typeface="Times New Roman" panose="02020603050405020304" pitchFamily="18" charset="0"/>
          </a:endParaRPr>
        </a:p>
      </dsp:txBody>
      <dsp:txXfrm>
        <a:off x="3190" y="137741"/>
        <a:ext cx="2531289" cy="1518773"/>
      </dsp:txXfrm>
    </dsp:sp>
    <dsp:sp modelId="{EBBA6006-28ED-43D7-B1A2-B57DA47F59FB}">
      <dsp:nvSpPr>
        <dsp:cNvPr id="0" name=""/>
        <dsp:cNvSpPr/>
      </dsp:nvSpPr>
      <dsp:spPr>
        <a:xfrm>
          <a:off x="2787609" y="137741"/>
          <a:ext cx="2531289" cy="1518773"/>
        </a:xfrm>
        <a:prstGeom prst="rect">
          <a:avLst/>
        </a:prstGeom>
        <a:solidFill>
          <a:srgbClr val="04747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tr-TR" sz="4100" kern="1200" dirty="0">
              <a:latin typeface="Times New Roman" panose="02020603050405020304" pitchFamily="18" charset="0"/>
              <a:cs typeface="Times New Roman" panose="02020603050405020304" pitchFamily="18" charset="0"/>
            </a:rPr>
            <a:t>Problem</a:t>
          </a:r>
          <a:endParaRPr lang="en-US" sz="4100" kern="1200" dirty="0">
            <a:latin typeface="Times New Roman" panose="02020603050405020304" pitchFamily="18" charset="0"/>
            <a:cs typeface="Times New Roman" panose="02020603050405020304" pitchFamily="18" charset="0"/>
          </a:endParaRPr>
        </a:p>
      </dsp:txBody>
      <dsp:txXfrm>
        <a:off x="2787609" y="137741"/>
        <a:ext cx="2531289" cy="1518773"/>
      </dsp:txXfrm>
    </dsp:sp>
    <dsp:sp modelId="{CBA2386B-A8D1-455F-8FA2-F8E721615B01}">
      <dsp:nvSpPr>
        <dsp:cNvPr id="0" name=""/>
        <dsp:cNvSpPr/>
      </dsp:nvSpPr>
      <dsp:spPr>
        <a:xfrm>
          <a:off x="5572028" y="137741"/>
          <a:ext cx="2531289" cy="1518773"/>
        </a:xfrm>
        <a:prstGeom prst="rect">
          <a:avLst/>
        </a:prstGeom>
        <a:solidFill>
          <a:schemeClr val="bg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tr-TR" sz="4100" kern="1200" dirty="0">
              <a:solidFill>
                <a:schemeClr val="tx1"/>
              </a:solidFill>
              <a:latin typeface="Times New Roman" panose="02020603050405020304" pitchFamily="18" charset="0"/>
              <a:cs typeface="Times New Roman" panose="02020603050405020304" pitchFamily="18" charset="0"/>
            </a:rPr>
            <a:t>Amaç</a:t>
          </a:r>
          <a:endParaRPr lang="en-US" sz="4100" kern="1200" dirty="0">
            <a:solidFill>
              <a:schemeClr val="tx1"/>
            </a:solidFill>
            <a:latin typeface="Times New Roman" panose="02020603050405020304" pitchFamily="18" charset="0"/>
            <a:cs typeface="Times New Roman" panose="02020603050405020304" pitchFamily="18" charset="0"/>
          </a:endParaRPr>
        </a:p>
      </dsp:txBody>
      <dsp:txXfrm>
        <a:off x="5572028" y="137741"/>
        <a:ext cx="2531289" cy="1518773"/>
      </dsp:txXfrm>
    </dsp:sp>
    <dsp:sp modelId="{71EE2878-63C9-413B-9305-920D3376A210}">
      <dsp:nvSpPr>
        <dsp:cNvPr id="0" name=""/>
        <dsp:cNvSpPr/>
      </dsp:nvSpPr>
      <dsp:spPr>
        <a:xfrm>
          <a:off x="8356447" y="137741"/>
          <a:ext cx="2531289" cy="1518773"/>
        </a:xfrm>
        <a:prstGeom prst="rect">
          <a:avLst/>
        </a:prstGeom>
        <a:solidFill>
          <a:srgbClr val="04747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tr-TR" sz="4100" kern="1200" dirty="0">
              <a:latin typeface="Times New Roman" panose="02020603050405020304" pitchFamily="18" charset="0"/>
              <a:cs typeface="Times New Roman" panose="02020603050405020304" pitchFamily="18" charset="0"/>
            </a:rPr>
            <a:t>Yöntem</a:t>
          </a:r>
          <a:endParaRPr lang="en-US" sz="4100" kern="1200" dirty="0">
            <a:latin typeface="Times New Roman" panose="02020603050405020304" pitchFamily="18" charset="0"/>
            <a:cs typeface="Times New Roman" panose="02020603050405020304" pitchFamily="18" charset="0"/>
          </a:endParaRPr>
        </a:p>
      </dsp:txBody>
      <dsp:txXfrm>
        <a:off x="8356447" y="137741"/>
        <a:ext cx="2531289" cy="1518773"/>
      </dsp:txXfrm>
    </dsp:sp>
    <dsp:sp modelId="{05EA2DCC-805E-497F-93D7-581C3C7AD031}">
      <dsp:nvSpPr>
        <dsp:cNvPr id="0" name=""/>
        <dsp:cNvSpPr/>
      </dsp:nvSpPr>
      <dsp:spPr>
        <a:xfrm>
          <a:off x="3190" y="1909644"/>
          <a:ext cx="2531289" cy="1518773"/>
        </a:xfrm>
        <a:prstGeom prst="rect">
          <a:avLst/>
        </a:prstGeom>
        <a:solidFill>
          <a:srgbClr val="04747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tr-TR" sz="4100" kern="1200" dirty="0">
              <a:latin typeface="Times New Roman" panose="02020603050405020304" pitchFamily="18" charset="0"/>
              <a:cs typeface="Times New Roman" panose="02020603050405020304" pitchFamily="18" charset="0"/>
            </a:rPr>
            <a:t>Bulgular</a:t>
          </a:r>
          <a:endParaRPr lang="en-US" sz="4100" kern="1200" dirty="0">
            <a:latin typeface="Times New Roman" panose="02020603050405020304" pitchFamily="18" charset="0"/>
            <a:cs typeface="Times New Roman" panose="02020603050405020304" pitchFamily="18" charset="0"/>
          </a:endParaRPr>
        </a:p>
      </dsp:txBody>
      <dsp:txXfrm>
        <a:off x="3190" y="1909644"/>
        <a:ext cx="2531289" cy="1518773"/>
      </dsp:txXfrm>
    </dsp:sp>
    <dsp:sp modelId="{281139A6-B0BF-4096-966D-0B37AFEE5895}">
      <dsp:nvSpPr>
        <dsp:cNvPr id="0" name=""/>
        <dsp:cNvSpPr/>
      </dsp:nvSpPr>
      <dsp:spPr>
        <a:xfrm>
          <a:off x="2787609" y="1909644"/>
          <a:ext cx="2531289" cy="1518773"/>
        </a:xfrm>
        <a:prstGeom prst="rect">
          <a:avLst/>
        </a:prstGeom>
        <a:solidFill>
          <a:schemeClr val="bg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tr-TR" sz="4100" kern="1200" dirty="0">
              <a:solidFill>
                <a:schemeClr val="tx1"/>
              </a:solidFill>
              <a:latin typeface="Times New Roman" panose="02020603050405020304" pitchFamily="18" charset="0"/>
              <a:cs typeface="Times New Roman" panose="02020603050405020304" pitchFamily="18" charset="0"/>
            </a:rPr>
            <a:t>Sonuç ve Tartışma</a:t>
          </a:r>
          <a:endParaRPr lang="en-US" sz="4100" kern="1200" dirty="0">
            <a:solidFill>
              <a:schemeClr val="tx1"/>
            </a:solidFill>
            <a:latin typeface="Times New Roman" panose="02020603050405020304" pitchFamily="18" charset="0"/>
            <a:cs typeface="Times New Roman" panose="02020603050405020304" pitchFamily="18" charset="0"/>
          </a:endParaRPr>
        </a:p>
      </dsp:txBody>
      <dsp:txXfrm>
        <a:off x="2787609" y="1909644"/>
        <a:ext cx="2531289" cy="1518773"/>
      </dsp:txXfrm>
    </dsp:sp>
    <dsp:sp modelId="{66E7E410-DF91-44B7-9EAF-7229C9E102CC}">
      <dsp:nvSpPr>
        <dsp:cNvPr id="0" name=""/>
        <dsp:cNvSpPr/>
      </dsp:nvSpPr>
      <dsp:spPr>
        <a:xfrm>
          <a:off x="5572028" y="1909644"/>
          <a:ext cx="2531289" cy="1518773"/>
        </a:xfrm>
        <a:prstGeom prst="rect">
          <a:avLst/>
        </a:prstGeom>
        <a:solidFill>
          <a:srgbClr val="04747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tr-TR" sz="4100" kern="1200" dirty="0">
              <a:latin typeface="Times New Roman" panose="02020603050405020304" pitchFamily="18" charset="0"/>
              <a:cs typeface="Times New Roman" panose="02020603050405020304" pitchFamily="18" charset="0"/>
            </a:rPr>
            <a:t>Öneriler</a:t>
          </a:r>
          <a:endParaRPr lang="en-US" sz="4100" kern="1200" dirty="0">
            <a:latin typeface="Times New Roman" panose="02020603050405020304" pitchFamily="18" charset="0"/>
            <a:cs typeface="Times New Roman" panose="02020603050405020304" pitchFamily="18" charset="0"/>
          </a:endParaRPr>
        </a:p>
      </dsp:txBody>
      <dsp:txXfrm>
        <a:off x="5572028" y="1909644"/>
        <a:ext cx="2531289" cy="1518773"/>
      </dsp:txXfrm>
    </dsp:sp>
    <dsp:sp modelId="{7187257B-41A3-4B3E-86D0-559E994CF7FE}">
      <dsp:nvSpPr>
        <dsp:cNvPr id="0" name=""/>
        <dsp:cNvSpPr/>
      </dsp:nvSpPr>
      <dsp:spPr>
        <a:xfrm>
          <a:off x="8356447" y="1909644"/>
          <a:ext cx="2531289" cy="1518773"/>
        </a:xfrm>
        <a:prstGeom prst="rect">
          <a:avLst/>
        </a:prstGeom>
        <a:solidFill>
          <a:schemeClr val="bg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tr-TR" sz="4100" kern="1200" dirty="0">
              <a:solidFill>
                <a:schemeClr val="tx1"/>
              </a:solidFill>
              <a:latin typeface="Times New Roman" panose="02020603050405020304" pitchFamily="18" charset="0"/>
              <a:cs typeface="Times New Roman" panose="02020603050405020304" pitchFamily="18" charset="0"/>
            </a:rPr>
            <a:t>Kaynaklar</a:t>
          </a:r>
          <a:endParaRPr lang="en-US" sz="4100" kern="1200" dirty="0">
            <a:solidFill>
              <a:schemeClr val="tx1"/>
            </a:solidFill>
            <a:latin typeface="Times New Roman" panose="02020603050405020304" pitchFamily="18" charset="0"/>
            <a:cs typeface="Times New Roman" panose="02020603050405020304" pitchFamily="18" charset="0"/>
          </a:endParaRPr>
        </a:p>
      </dsp:txBody>
      <dsp:txXfrm>
        <a:off x="8356447" y="1909644"/>
        <a:ext cx="2531289" cy="151877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a:extLst>
              <a:ext uri="{FF2B5EF4-FFF2-40B4-BE49-F238E27FC236}">
                <a16:creationId xmlns:a16="http://schemas.microsoft.com/office/drawing/2014/main" id="{B955499A-E9DF-8C52-DC31-3957D615AF9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a:extLst>
              <a:ext uri="{FF2B5EF4-FFF2-40B4-BE49-F238E27FC236}">
                <a16:creationId xmlns:a16="http://schemas.microsoft.com/office/drawing/2014/main" id="{66B788BE-34E9-264C-5880-BCC6EA410AB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23AFEB8-5E3F-4EC9-83F1-A1925C127034}" type="datetimeFigureOut">
              <a:rPr lang="tr-TR" smtClean="0"/>
              <a:t>6.02.2026</a:t>
            </a:fld>
            <a:endParaRPr lang="tr-TR"/>
          </a:p>
        </p:txBody>
      </p:sp>
      <p:sp>
        <p:nvSpPr>
          <p:cNvPr id="4" name="Alt Bilgi Yer Tutucusu 3">
            <a:extLst>
              <a:ext uri="{FF2B5EF4-FFF2-40B4-BE49-F238E27FC236}">
                <a16:creationId xmlns:a16="http://schemas.microsoft.com/office/drawing/2014/main" id="{40822592-0CD6-002F-51EC-BB26923AADC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5" name="Slayt Numarası Yer Tutucusu 4">
            <a:extLst>
              <a:ext uri="{FF2B5EF4-FFF2-40B4-BE49-F238E27FC236}">
                <a16:creationId xmlns:a16="http://schemas.microsoft.com/office/drawing/2014/main" id="{D8E07241-6335-687F-465D-E46DC771842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29B801-E91F-4835-9ECC-882BC7E335C4}" type="slidenum">
              <a:rPr lang="tr-TR" smtClean="0"/>
              <a:t>‹#›</a:t>
            </a:fld>
            <a:endParaRPr lang="tr-TR"/>
          </a:p>
        </p:txBody>
      </p:sp>
    </p:spTree>
    <p:extLst>
      <p:ext uri="{BB962C8B-B14F-4D97-AF65-F5344CB8AC3E}">
        <p14:creationId xmlns:p14="http://schemas.microsoft.com/office/powerpoint/2010/main" val="2934158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A677FC-E06B-4B51-AC64-1AB5151E78AB}" type="datetimeFigureOut">
              <a:rPr lang="tr-TR" smtClean="0"/>
              <a:t>6.02.2026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D87D85-04D6-48E6-84E7-0BF61972016D}" type="slidenum">
              <a:rPr lang="tr-TR" smtClean="0"/>
              <a:t>‹#›</a:t>
            </a:fld>
            <a:endParaRPr lang="tr-TR"/>
          </a:p>
        </p:txBody>
      </p:sp>
    </p:spTree>
    <p:extLst>
      <p:ext uri="{BB962C8B-B14F-4D97-AF65-F5344CB8AC3E}">
        <p14:creationId xmlns:p14="http://schemas.microsoft.com/office/powerpoint/2010/main" val="355721420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a:t>İlk olarak projeyi neden yaptığımıza bakacağız devamında nasıl yaptığımıza </a:t>
            </a:r>
          </a:p>
        </p:txBody>
      </p:sp>
      <p:sp>
        <p:nvSpPr>
          <p:cNvPr id="4" name="Slayt Numarası Yer Tutucusu 3"/>
          <p:cNvSpPr>
            <a:spLocks noGrp="1"/>
          </p:cNvSpPr>
          <p:nvPr>
            <p:ph type="sldNum" sz="quarter" idx="5"/>
          </p:nvPr>
        </p:nvSpPr>
        <p:spPr/>
        <p:txBody>
          <a:bodyPr/>
          <a:lstStyle/>
          <a:p>
            <a:fld id="{3ED87D85-04D6-48E6-84E7-0BF61972016D}" type="slidenum">
              <a:rPr lang="tr-TR" smtClean="0"/>
              <a:t>2</a:t>
            </a:fld>
            <a:endParaRPr lang="tr-TR"/>
          </a:p>
        </p:txBody>
      </p:sp>
    </p:spTree>
    <p:extLst>
      <p:ext uri="{BB962C8B-B14F-4D97-AF65-F5344CB8AC3E}">
        <p14:creationId xmlns:p14="http://schemas.microsoft.com/office/powerpoint/2010/main" val="569494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84D00DE5-FA7D-4D41-B3F0-D2041A3E36CC}" type="datetime1">
              <a:rPr lang="en-US" smtClean="0"/>
              <a:t>2/6/2026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24007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E9947564-440A-453C-942B-1FF4A1B4179B}" type="datetime1">
              <a:rPr lang="en-US" smtClean="0"/>
              <a:t>2/6/2026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720932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75E0B29B-A3A3-4B3B-88FA-58D6BC3E1A15}" type="datetime1">
              <a:rPr lang="en-US" smtClean="0"/>
              <a:t>2/6/2026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0233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38195CE5-A19E-4304-93C6-19EEAB1798EB}" type="datetime1">
              <a:rPr lang="en-US" smtClean="0"/>
              <a:t>2/6/2026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93242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27CBF029-B81C-4A01-8F00-90986A99793F}" type="datetime1">
              <a:rPr lang="en-US" smtClean="0"/>
              <a:t>2/6/2026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8663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14B2C2CE-E168-4788-BA87-78C1CB8E750E}" type="datetime1">
              <a:rPr lang="en-US" smtClean="0"/>
              <a:t>2/6/2026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30939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D076198-3B87-4E51-97A6-4767C0BA7668}" type="datetime1">
              <a:rPr lang="en-US" smtClean="0"/>
              <a:t>2/6/2026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624910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71E09DC5-B35C-40BA-865C-41D3FA58ADF4}" type="datetime1">
              <a:rPr lang="en-US" smtClean="0"/>
              <a:t>2/6/2026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5603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EF3641B2-9EF1-4ED8-8F68-9247657A1C1F}" type="datetime1">
              <a:rPr lang="en-US" smtClean="0"/>
              <a:t>2/6/2026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99127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5EC12157-76F3-4AEA-919D-1BF88526D0BC}" type="datetime1">
              <a:rPr lang="en-US" smtClean="0"/>
              <a:t>2/6/2026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759377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2B722BD3-BAFA-46B0-908D-CED5C58717F6}" type="datetime1">
              <a:rPr lang="en-US" smtClean="0"/>
              <a:t>2/6/2026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3853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4840C672-62D8-4BB4-B25A-F4D061128834}" type="datetime1">
              <a:rPr lang="en-US" smtClean="0"/>
              <a:t>2/6/2026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43101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4993A61-CB63-0BFE-472D-A08319BCFAC1}"/>
              </a:ext>
            </a:extLst>
          </p:cNvPr>
          <p:cNvSpPr>
            <a:spLocks noGrp="1"/>
          </p:cNvSpPr>
          <p:nvPr>
            <p:ph type="ctrTitle"/>
          </p:nvPr>
        </p:nvSpPr>
        <p:spPr>
          <a:xfrm>
            <a:off x="640080" y="1302091"/>
            <a:ext cx="3291840" cy="2770216"/>
          </a:xfrm>
        </p:spPr>
        <p:txBody>
          <a:bodyPr anchor="t">
            <a:normAutofit/>
          </a:bodyPr>
          <a:lstStyle/>
          <a:p>
            <a:pPr>
              <a:lnSpc>
                <a:spcPct val="90000"/>
              </a:lnSpc>
            </a:pPr>
            <a:r>
              <a:rPr lang="tr-TR" sz="2800" dirty="0">
                <a:latin typeface="Times New Roman" panose="02020603050405020304" pitchFamily="18" charset="0"/>
                <a:cs typeface="Times New Roman" panose="02020603050405020304" pitchFamily="18" charset="0"/>
              </a:rPr>
              <a:t>Kullanıcı Tercihleri</a:t>
            </a:r>
            <a:r>
              <a:rPr lang="ml-IN" sz="2800" dirty="0">
                <a:latin typeface="Times New Roman" panose="02020603050405020304" pitchFamily="18" charset="0"/>
              </a:rPr>
              <a:t> </a:t>
            </a:r>
            <a:r>
              <a:rPr lang="tr-TR" sz="2800" dirty="0">
                <a:latin typeface="Times New Roman" panose="02020603050405020304" pitchFamily="18" charset="0"/>
                <a:cs typeface="Times New Roman" panose="02020603050405020304" pitchFamily="18" charset="0"/>
              </a:rPr>
              <a:t>ve Duygu Analizi</a:t>
            </a:r>
            <a:r>
              <a:rPr lang="ml-IN" sz="2800" dirty="0">
                <a:latin typeface="Times New Roman" panose="02020603050405020304" pitchFamily="18" charset="0"/>
              </a:rPr>
              <a:t> </a:t>
            </a:r>
            <a:r>
              <a:rPr lang="tr-TR" sz="2800" dirty="0">
                <a:latin typeface="Times New Roman" panose="02020603050405020304" pitchFamily="18" charset="0"/>
                <a:cs typeface="Times New Roman" panose="02020603050405020304" pitchFamily="18" charset="0"/>
              </a:rPr>
              <a:t>Temelli</a:t>
            </a:r>
            <a:r>
              <a:rPr lang="ml-IN" sz="2800" dirty="0">
                <a:latin typeface="Times New Roman" panose="02020603050405020304" pitchFamily="18" charset="0"/>
              </a:rPr>
              <a:t> </a:t>
            </a:r>
            <a:r>
              <a:rPr lang="tr-TR" sz="2800" dirty="0">
                <a:latin typeface="Times New Roman" panose="02020603050405020304" pitchFamily="18" charset="0"/>
                <a:cs typeface="Times New Roman" panose="02020603050405020304" pitchFamily="18" charset="0"/>
              </a:rPr>
              <a:t>Doğrusal Olmayan Otonom Hikâye Üretim Sistemi</a:t>
            </a:r>
          </a:p>
        </p:txBody>
      </p:sp>
      <p:sp>
        <p:nvSpPr>
          <p:cNvPr id="3" name="Alt Başlık 2">
            <a:extLst>
              <a:ext uri="{FF2B5EF4-FFF2-40B4-BE49-F238E27FC236}">
                <a16:creationId xmlns:a16="http://schemas.microsoft.com/office/drawing/2014/main" id="{17A0672F-E452-D378-F279-A177FC372119}"/>
              </a:ext>
            </a:extLst>
          </p:cNvPr>
          <p:cNvSpPr>
            <a:spLocks noGrp="1"/>
          </p:cNvSpPr>
          <p:nvPr>
            <p:ph type="subTitle" idx="1"/>
          </p:nvPr>
        </p:nvSpPr>
        <p:spPr>
          <a:xfrm>
            <a:off x="640080" y="4846904"/>
            <a:ext cx="3145535" cy="993821"/>
          </a:xfrm>
        </p:spPr>
        <p:txBody>
          <a:bodyPr anchor="t">
            <a:normAutofit/>
          </a:bodyPr>
          <a:lstStyle/>
          <a:p>
            <a:r>
              <a:rPr lang="tr-TR" dirty="0">
                <a:latin typeface="Times New Roman" panose="02020603050405020304" pitchFamily="18" charset="0"/>
                <a:cs typeface="Times New Roman" panose="02020603050405020304" pitchFamily="18" charset="0"/>
              </a:rPr>
              <a:t>Alaettin </a:t>
            </a:r>
            <a:r>
              <a:rPr lang="tr-TR" dirty="0" err="1">
                <a:latin typeface="Times New Roman" panose="02020603050405020304" pitchFamily="18" charset="0"/>
                <a:cs typeface="Times New Roman" panose="02020603050405020304" pitchFamily="18" charset="0"/>
              </a:rPr>
              <a:t>ÇakAl</a:t>
            </a:r>
            <a:endParaRPr lang="tr-TR" dirty="0">
              <a:latin typeface="Times New Roman" panose="02020603050405020304" pitchFamily="18" charset="0"/>
              <a:cs typeface="Times New Roman" panose="02020603050405020304" pitchFamily="18" charset="0"/>
            </a:endParaRPr>
          </a:p>
          <a:p>
            <a:r>
              <a:rPr lang="tr-TR" dirty="0">
                <a:latin typeface="Times New Roman" panose="02020603050405020304" pitchFamily="18" charset="0"/>
                <a:cs typeface="Times New Roman" panose="02020603050405020304" pitchFamily="18" charset="0"/>
              </a:rPr>
              <a:t>Burak Aslan</a:t>
            </a:r>
          </a:p>
        </p:txBody>
      </p:sp>
      <p:cxnSp>
        <p:nvCxnSpPr>
          <p:cNvPr id="18" name="Straight Connector 17">
            <a:extLst>
              <a:ext uri="{FF2B5EF4-FFF2-40B4-BE49-F238E27FC236}">
                <a16:creationId xmlns:a16="http://schemas.microsoft.com/office/drawing/2014/main" id="{59D7B6BE-A4E0-4483-BEC5-493AC3E5D2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4596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 name="Picture 3" descr="Desenlerin üzerinde bulunan beynin soyut resmi">
            <a:extLst>
              <a:ext uri="{FF2B5EF4-FFF2-40B4-BE49-F238E27FC236}">
                <a16:creationId xmlns:a16="http://schemas.microsoft.com/office/drawing/2014/main" id="{BCB5BF5D-D508-E25A-5A0C-D71AD87A481C}"/>
              </a:ext>
            </a:extLst>
          </p:cNvPr>
          <p:cNvPicPr>
            <a:picLocks noChangeAspect="1"/>
          </p:cNvPicPr>
          <p:nvPr/>
        </p:nvPicPr>
        <p:blipFill>
          <a:blip r:embed="rId2"/>
          <a:srcRect t="9089" b="19257"/>
          <a:stretch>
            <a:fillRect/>
          </a:stretch>
        </p:blipFill>
        <p:spPr>
          <a:xfrm>
            <a:off x="4443984" y="1410804"/>
            <a:ext cx="7086600" cy="3986099"/>
          </a:xfrm>
          <a:prstGeom prst="rect">
            <a:avLst/>
          </a:prstGeom>
        </p:spPr>
      </p:pic>
      <p:sp>
        <p:nvSpPr>
          <p:cNvPr id="5" name="Slayt Numarası Yer Tutucusu 4">
            <a:extLst>
              <a:ext uri="{FF2B5EF4-FFF2-40B4-BE49-F238E27FC236}">
                <a16:creationId xmlns:a16="http://schemas.microsoft.com/office/drawing/2014/main" id="{59ED5B24-121D-0237-B030-95BDDDD4A8E0}"/>
              </a:ext>
            </a:extLst>
          </p:cNvPr>
          <p:cNvSpPr>
            <a:spLocks noGrp="1"/>
          </p:cNvSpPr>
          <p:nvPr>
            <p:ph type="sldNum" sz="quarter" idx="12"/>
          </p:nvPr>
        </p:nvSpPr>
        <p:spPr/>
        <p:txBody>
          <a:bodyPr/>
          <a:lstStyle/>
          <a:p>
            <a:fld id="{70C12960-6E85-460F-B6E3-5B82CB31AF3D}" type="slidenum">
              <a:rPr lang="en-US" smtClean="0"/>
              <a:t>1</a:t>
            </a:fld>
            <a:endParaRPr lang="en-US"/>
          </a:p>
        </p:txBody>
      </p:sp>
    </p:spTree>
    <p:extLst>
      <p:ext uri="{BB962C8B-B14F-4D97-AF65-F5344CB8AC3E}">
        <p14:creationId xmlns:p14="http://schemas.microsoft.com/office/powerpoint/2010/main" val="335486657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A12245C-4CEC-9188-E217-1EE6C7E70E6D}"/>
              </a:ext>
            </a:extLst>
          </p:cNvPr>
          <p:cNvSpPr>
            <a:spLocks noGrp="1"/>
          </p:cNvSpPr>
          <p:nvPr>
            <p:ph type="title"/>
          </p:nvPr>
        </p:nvSpPr>
        <p:spPr/>
        <p:txBody>
          <a:bodyPr>
            <a:normAutofit/>
          </a:bodyPr>
          <a:lstStyle/>
          <a:p>
            <a:r>
              <a:rPr lang="tr-TR" dirty="0">
                <a:latin typeface="Times New Roman" panose="02020603050405020304" pitchFamily="18" charset="0"/>
                <a:ea typeface="ADLaM Display" panose="020F0502020204030204" pitchFamily="2" charset="0"/>
                <a:cs typeface="Times New Roman" panose="02020603050405020304" pitchFamily="18" charset="0"/>
              </a:rPr>
              <a:t>İçerik</a:t>
            </a:r>
          </a:p>
        </p:txBody>
      </p:sp>
      <p:graphicFrame>
        <p:nvGraphicFramePr>
          <p:cNvPr id="6" name="İçerik Yer Tutucusu 2">
            <a:extLst>
              <a:ext uri="{FF2B5EF4-FFF2-40B4-BE49-F238E27FC236}">
                <a16:creationId xmlns:a16="http://schemas.microsoft.com/office/drawing/2014/main" id="{6994ED35-8A48-8AAE-7DED-AE5D0A93AFE9}"/>
              </a:ext>
            </a:extLst>
          </p:cNvPr>
          <p:cNvGraphicFramePr>
            <a:graphicFrameLocks noGrp="1"/>
          </p:cNvGraphicFramePr>
          <p:nvPr>
            <p:ph idx="1"/>
            <p:extLst>
              <p:ext uri="{D42A27DB-BD31-4B8C-83A1-F6EECF244321}">
                <p14:modId xmlns:p14="http://schemas.microsoft.com/office/powerpoint/2010/main" val="3298869658"/>
              </p:ext>
            </p:extLst>
          </p:nvPr>
        </p:nvGraphicFramePr>
        <p:xfrm>
          <a:off x="640079" y="2379472"/>
          <a:ext cx="10890928" cy="35661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ayt Numarası Yer Tutucusu 3">
            <a:extLst>
              <a:ext uri="{FF2B5EF4-FFF2-40B4-BE49-F238E27FC236}">
                <a16:creationId xmlns:a16="http://schemas.microsoft.com/office/drawing/2014/main" id="{D0BDE41C-E766-7A89-3260-9C0F3E6E950E}"/>
              </a:ext>
            </a:extLst>
          </p:cNvPr>
          <p:cNvSpPr>
            <a:spLocks noGrp="1"/>
          </p:cNvSpPr>
          <p:nvPr>
            <p:ph type="sldNum" sz="quarter" idx="12"/>
          </p:nvPr>
        </p:nvSpPr>
        <p:spPr/>
        <p:txBody>
          <a:bodyPr/>
          <a:lstStyle/>
          <a:p>
            <a:fld id="{70C12960-6E85-460F-B6E3-5B82CB31AF3D}" type="slidenum">
              <a:rPr lang="en-US" smtClean="0"/>
              <a:t>2</a:t>
            </a:fld>
            <a:endParaRPr lang="en-US"/>
          </a:p>
        </p:txBody>
      </p:sp>
      <p:sp>
        <p:nvSpPr>
          <p:cNvPr id="3" name="Metin kutusu 2">
            <a:extLst>
              <a:ext uri="{FF2B5EF4-FFF2-40B4-BE49-F238E27FC236}">
                <a16:creationId xmlns:a16="http://schemas.microsoft.com/office/drawing/2014/main" id="{BACD73FB-5D71-ED49-E081-15802625F723}"/>
              </a:ext>
            </a:extLst>
          </p:cNvPr>
          <p:cNvSpPr txBox="1"/>
          <p:nvPr/>
        </p:nvSpPr>
        <p:spPr>
          <a:xfrm>
            <a:off x="640078" y="2513332"/>
            <a:ext cx="492036" cy="400110"/>
          </a:xfrm>
          <a:prstGeom prst="rect">
            <a:avLst/>
          </a:prstGeom>
          <a:noFill/>
        </p:spPr>
        <p:txBody>
          <a:bodyPr wrap="square" rtlCol="0">
            <a:spAutoFit/>
          </a:bodyPr>
          <a:lstStyle/>
          <a:p>
            <a:r>
              <a:rPr lang="tr-TR" sz="2000" dirty="0">
                <a:latin typeface="Times New Roman" panose="02020603050405020304" pitchFamily="18" charset="0"/>
                <a:cs typeface="Times New Roman" panose="02020603050405020304" pitchFamily="18" charset="0"/>
              </a:rPr>
              <a:t>1. </a:t>
            </a:r>
          </a:p>
        </p:txBody>
      </p:sp>
      <p:sp>
        <p:nvSpPr>
          <p:cNvPr id="5" name="Metin kutusu 4">
            <a:extLst>
              <a:ext uri="{FF2B5EF4-FFF2-40B4-BE49-F238E27FC236}">
                <a16:creationId xmlns:a16="http://schemas.microsoft.com/office/drawing/2014/main" id="{9006F5AC-3857-4F3A-67C1-3A2D7E884E8A}"/>
              </a:ext>
            </a:extLst>
          </p:cNvPr>
          <p:cNvSpPr txBox="1"/>
          <p:nvPr/>
        </p:nvSpPr>
        <p:spPr>
          <a:xfrm>
            <a:off x="6205854" y="2513332"/>
            <a:ext cx="492036" cy="400110"/>
          </a:xfrm>
          <a:prstGeom prst="rect">
            <a:avLst/>
          </a:prstGeom>
          <a:noFill/>
        </p:spPr>
        <p:txBody>
          <a:bodyPr wrap="square" rtlCol="0">
            <a:spAutoFit/>
          </a:bodyPr>
          <a:lstStyle/>
          <a:p>
            <a:r>
              <a:rPr lang="tr-TR" sz="2000" dirty="0">
                <a:latin typeface="Times New Roman" panose="02020603050405020304" pitchFamily="18" charset="0"/>
                <a:cs typeface="Times New Roman" panose="02020603050405020304" pitchFamily="18" charset="0"/>
              </a:rPr>
              <a:t>3. </a:t>
            </a:r>
          </a:p>
        </p:txBody>
      </p:sp>
      <p:sp>
        <p:nvSpPr>
          <p:cNvPr id="7" name="Metin kutusu 6">
            <a:extLst>
              <a:ext uri="{FF2B5EF4-FFF2-40B4-BE49-F238E27FC236}">
                <a16:creationId xmlns:a16="http://schemas.microsoft.com/office/drawing/2014/main" id="{5B804DB6-0A90-8484-09CD-A3FB751FD83A}"/>
              </a:ext>
            </a:extLst>
          </p:cNvPr>
          <p:cNvSpPr txBox="1"/>
          <p:nvPr/>
        </p:nvSpPr>
        <p:spPr>
          <a:xfrm>
            <a:off x="3422966" y="2513332"/>
            <a:ext cx="492036" cy="400110"/>
          </a:xfrm>
          <a:prstGeom prst="rect">
            <a:avLst/>
          </a:prstGeom>
          <a:noFill/>
        </p:spPr>
        <p:txBody>
          <a:bodyPr wrap="square" rtlCol="0">
            <a:spAutoFit/>
          </a:bodyPr>
          <a:lstStyle/>
          <a:p>
            <a:r>
              <a:rPr lang="tr-TR" sz="2000" dirty="0">
                <a:solidFill>
                  <a:schemeClr val="bg1"/>
                </a:solidFill>
                <a:latin typeface="Times New Roman" panose="02020603050405020304" pitchFamily="18" charset="0"/>
                <a:cs typeface="Times New Roman" panose="02020603050405020304" pitchFamily="18" charset="0"/>
              </a:rPr>
              <a:t>2. </a:t>
            </a:r>
          </a:p>
        </p:txBody>
      </p:sp>
      <p:sp>
        <p:nvSpPr>
          <p:cNvPr id="8" name="Metin kutusu 7">
            <a:extLst>
              <a:ext uri="{FF2B5EF4-FFF2-40B4-BE49-F238E27FC236}">
                <a16:creationId xmlns:a16="http://schemas.microsoft.com/office/drawing/2014/main" id="{760873BA-D1BB-348E-C149-0BFAFD8C908F}"/>
              </a:ext>
            </a:extLst>
          </p:cNvPr>
          <p:cNvSpPr txBox="1"/>
          <p:nvPr/>
        </p:nvSpPr>
        <p:spPr>
          <a:xfrm>
            <a:off x="8988742" y="2513331"/>
            <a:ext cx="492036" cy="400110"/>
          </a:xfrm>
          <a:prstGeom prst="rect">
            <a:avLst/>
          </a:prstGeom>
          <a:noFill/>
        </p:spPr>
        <p:txBody>
          <a:bodyPr wrap="square" rtlCol="0">
            <a:spAutoFit/>
          </a:bodyPr>
          <a:lstStyle/>
          <a:p>
            <a:r>
              <a:rPr lang="tr-TR" sz="2000" dirty="0">
                <a:solidFill>
                  <a:schemeClr val="bg1"/>
                </a:solidFill>
                <a:latin typeface="Times New Roman" panose="02020603050405020304" pitchFamily="18" charset="0"/>
                <a:cs typeface="Times New Roman" panose="02020603050405020304" pitchFamily="18" charset="0"/>
              </a:rPr>
              <a:t>4. </a:t>
            </a:r>
          </a:p>
        </p:txBody>
      </p:sp>
      <p:sp>
        <p:nvSpPr>
          <p:cNvPr id="9" name="Metin kutusu 8">
            <a:extLst>
              <a:ext uri="{FF2B5EF4-FFF2-40B4-BE49-F238E27FC236}">
                <a16:creationId xmlns:a16="http://schemas.microsoft.com/office/drawing/2014/main" id="{7CB21835-F5D1-DB50-9F81-4972757B4DCD}"/>
              </a:ext>
            </a:extLst>
          </p:cNvPr>
          <p:cNvSpPr txBox="1"/>
          <p:nvPr/>
        </p:nvSpPr>
        <p:spPr>
          <a:xfrm>
            <a:off x="640078" y="4288747"/>
            <a:ext cx="492036" cy="400110"/>
          </a:xfrm>
          <a:prstGeom prst="rect">
            <a:avLst/>
          </a:prstGeom>
          <a:noFill/>
        </p:spPr>
        <p:txBody>
          <a:bodyPr wrap="square" rtlCol="0">
            <a:spAutoFit/>
          </a:bodyPr>
          <a:lstStyle/>
          <a:p>
            <a:r>
              <a:rPr lang="tr-TR" sz="2000" dirty="0">
                <a:solidFill>
                  <a:schemeClr val="bg1"/>
                </a:solidFill>
                <a:latin typeface="Times New Roman" panose="02020603050405020304" pitchFamily="18" charset="0"/>
                <a:cs typeface="Times New Roman" panose="02020603050405020304" pitchFamily="18" charset="0"/>
              </a:rPr>
              <a:t>5. </a:t>
            </a:r>
          </a:p>
        </p:txBody>
      </p:sp>
      <p:sp>
        <p:nvSpPr>
          <p:cNvPr id="10" name="Metin kutusu 9">
            <a:extLst>
              <a:ext uri="{FF2B5EF4-FFF2-40B4-BE49-F238E27FC236}">
                <a16:creationId xmlns:a16="http://schemas.microsoft.com/office/drawing/2014/main" id="{94EF273B-EA8F-DF23-023C-2F6C95F8221E}"/>
              </a:ext>
            </a:extLst>
          </p:cNvPr>
          <p:cNvSpPr txBox="1"/>
          <p:nvPr/>
        </p:nvSpPr>
        <p:spPr>
          <a:xfrm>
            <a:off x="6205854" y="4288747"/>
            <a:ext cx="492036" cy="400110"/>
          </a:xfrm>
          <a:prstGeom prst="rect">
            <a:avLst/>
          </a:prstGeom>
          <a:noFill/>
        </p:spPr>
        <p:txBody>
          <a:bodyPr wrap="square" rtlCol="0">
            <a:spAutoFit/>
          </a:bodyPr>
          <a:lstStyle/>
          <a:p>
            <a:r>
              <a:rPr lang="tr-TR" sz="2000" dirty="0">
                <a:solidFill>
                  <a:schemeClr val="bg1"/>
                </a:solidFill>
                <a:latin typeface="Times New Roman" panose="02020603050405020304" pitchFamily="18" charset="0"/>
                <a:cs typeface="Times New Roman" panose="02020603050405020304" pitchFamily="18" charset="0"/>
              </a:rPr>
              <a:t>7. </a:t>
            </a:r>
          </a:p>
        </p:txBody>
      </p:sp>
      <p:sp>
        <p:nvSpPr>
          <p:cNvPr id="11" name="Metin kutusu 10">
            <a:extLst>
              <a:ext uri="{FF2B5EF4-FFF2-40B4-BE49-F238E27FC236}">
                <a16:creationId xmlns:a16="http://schemas.microsoft.com/office/drawing/2014/main" id="{23F782FA-AD33-0348-2AAD-2C5F5A6C8830}"/>
              </a:ext>
            </a:extLst>
          </p:cNvPr>
          <p:cNvSpPr txBox="1"/>
          <p:nvPr/>
        </p:nvSpPr>
        <p:spPr>
          <a:xfrm>
            <a:off x="3422966" y="4288747"/>
            <a:ext cx="492036" cy="400110"/>
          </a:xfrm>
          <a:prstGeom prst="rect">
            <a:avLst/>
          </a:prstGeom>
          <a:noFill/>
        </p:spPr>
        <p:txBody>
          <a:bodyPr wrap="square" rtlCol="0">
            <a:spAutoFit/>
          </a:bodyPr>
          <a:lstStyle/>
          <a:p>
            <a:r>
              <a:rPr lang="tr-TR" sz="2000" dirty="0">
                <a:latin typeface="Times New Roman" panose="02020603050405020304" pitchFamily="18" charset="0"/>
                <a:cs typeface="Times New Roman" panose="02020603050405020304" pitchFamily="18" charset="0"/>
              </a:rPr>
              <a:t>6. </a:t>
            </a:r>
          </a:p>
        </p:txBody>
      </p:sp>
      <p:sp>
        <p:nvSpPr>
          <p:cNvPr id="12" name="Metin kutusu 11">
            <a:extLst>
              <a:ext uri="{FF2B5EF4-FFF2-40B4-BE49-F238E27FC236}">
                <a16:creationId xmlns:a16="http://schemas.microsoft.com/office/drawing/2014/main" id="{16E62E73-86B4-F775-FA97-DDB788C08DD2}"/>
              </a:ext>
            </a:extLst>
          </p:cNvPr>
          <p:cNvSpPr txBox="1"/>
          <p:nvPr/>
        </p:nvSpPr>
        <p:spPr>
          <a:xfrm>
            <a:off x="8988742" y="4288746"/>
            <a:ext cx="492036" cy="400110"/>
          </a:xfrm>
          <a:prstGeom prst="rect">
            <a:avLst/>
          </a:prstGeom>
          <a:noFill/>
        </p:spPr>
        <p:txBody>
          <a:bodyPr wrap="square" rtlCol="0">
            <a:spAutoFit/>
          </a:bodyPr>
          <a:lstStyle/>
          <a:p>
            <a:r>
              <a:rPr lang="tr-TR" sz="2000" dirty="0">
                <a:latin typeface="Times New Roman" panose="02020603050405020304" pitchFamily="18" charset="0"/>
                <a:cs typeface="Times New Roman" panose="02020603050405020304" pitchFamily="18" charset="0"/>
              </a:rPr>
              <a:t>8. </a:t>
            </a:r>
          </a:p>
        </p:txBody>
      </p:sp>
    </p:spTree>
    <p:extLst>
      <p:ext uri="{BB962C8B-B14F-4D97-AF65-F5344CB8AC3E}">
        <p14:creationId xmlns:p14="http://schemas.microsoft.com/office/powerpoint/2010/main" val="10191406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22090E6-BBD4-F15F-0F3D-FFEB751A1DD2}"/>
              </a:ext>
            </a:extLst>
          </p:cNvPr>
          <p:cNvSpPr>
            <a:spLocks noGrp="1"/>
          </p:cNvSpPr>
          <p:nvPr>
            <p:ph type="title"/>
          </p:nvPr>
        </p:nvSpPr>
        <p:spPr/>
        <p:txBody>
          <a:bodyPr/>
          <a:lstStyle/>
          <a:p>
            <a:r>
              <a:rPr lang="tr-TR" dirty="0">
                <a:latin typeface="Times New Roman" panose="02020603050405020304" pitchFamily="18" charset="0"/>
                <a:cs typeface="Times New Roman" panose="02020603050405020304" pitchFamily="18" charset="0"/>
              </a:rPr>
              <a:t>Giriş</a:t>
            </a:r>
          </a:p>
        </p:txBody>
      </p:sp>
      <p:sp>
        <p:nvSpPr>
          <p:cNvPr id="3" name="İçerik Yer Tutucusu 2">
            <a:extLst>
              <a:ext uri="{FF2B5EF4-FFF2-40B4-BE49-F238E27FC236}">
                <a16:creationId xmlns:a16="http://schemas.microsoft.com/office/drawing/2014/main" id="{34CBA49A-5C67-9D10-CE28-88FDC2D2F0B1}"/>
              </a:ext>
            </a:extLst>
          </p:cNvPr>
          <p:cNvSpPr>
            <a:spLocks noGrp="1"/>
          </p:cNvSpPr>
          <p:nvPr>
            <p:ph idx="1"/>
          </p:nvPr>
        </p:nvSpPr>
        <p:spPr>
          <a:xfrm>
            <a:off x="660993" y="2174241"/>
            <a:ext cx="6897335" cy="3566160"/>
          </a:xfrm>
        </p:spPr>
        <p:txBody>
          <a:bodyPr>
            <a:normAutofit/>
          </a:bodyPr>
          <a:lstStyle/>
          <a:p>
            <a:r>
              <a:rPr lang="tr-TR" dirty="0">
                <a:latin typeface="Times New Roman" panose="02020603050405020304" pitchFamily="18" charset="0"/>
                <a:cs typeface="Times New Roman" panose="02020603050405020304" pitchFamily="18" charset="0"/>
              </a:rPr>
              <a:t>Hikâye anlatımı, tarih boyunca belirli bir başlangıç, gelişme ve son düzeni içinde ilerlemiştir.</a:t>
            </a:r>
          </a:p>
          <a:p>
            <a:r>
              <a:rPr lang="tr-TR" dirty="0">
                <a:latin typeface="Times New Roman" panose="02020603050405020304" pitchFamily="18" charset="0"/>
                <a:cs typeface="Times New Roman" panose="02020603050405020304" pitchFamily="18" charset="0"/>
              </a:rPr>
              <a:t>Okuyucu çoğu zaman bu yapının dışında kalmış, anlatının akışını yalnızca izleyen konumunda yer almıştır.</a:t>
            </a:r>
          </a:p>
        </p:txBody>
      </p:sp>
      <p:sp>
        <p:nvSpPr>
          <p:cNvPr id="4" name="Slayt Numarası Yer Tutucusu 3">
            <a:extLst>
              <a:ext uri="{FF2B5EF4-FFF2-40B4-BE49-F238E27FC236}">
                <a16:creationId xmlns:a16="http://schemas.microsoft.com/office/drawing/2014/main" id="{D4087371-6782-7724-A374-6537F869CEAC}"/>
              </a:ext>
            </a:extLst>
          </p:cNvPr>
          <p:cNvSpPr>
            <a:spLocks noGrp="1"/>
          </p:cNvSpPr>
          <p:nvPr>
            <p:ph type="sldNum" sz="quarter" idx="12"/>
          </p:nvPr>
        </p:nvSpPr>
        <p:spPr/>
        <p:txBody>
          <a:bodyPr/>
          <a:lstStyle/>
          <a:p>
            <a:fld id="{70C12960-6E85-460F-B6E3-5B82CB31AF3D}" type="slidenum">
              <a:rPr lang="en-US" smtClean="0"/>
              <a:t>3</a:t>
            </a:fld>
            <a:endParaRPr lang="en-US"/>
          </a:p>
        </p:txBody>
      </p:sp>
      <p:pic>
        <p:nvPicPr>
          <p:cNvPr id="10" name="Resim 9" descr="iç mekan, kitap, çizgi film, oyuncak içeren bir resim&#10;&#10;Yapay zeka tarafından oluşturulmuş içerik yanlış olabilir.">
            <a:extLst>
              <a:ext uri="{FF2B5EF4-FFF2-40B4-BE49-F238E27FC236}">
                <a16:creationId xmlns:a16="http://schemas.microsoft.com/office/drawing/2014/main" id="{E896995A-A8E9-5145-2AE6-E1B457E07E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35011" y="2174240"/>
            <a:ext cx="3619315" cy="3619315"/>
          </a:xfrm>
          <a:prstGeom prst="rect">
            <a:avLst/>
          </a:prstGeom>
        </p:spPr>
      </p:pic>
    </p:spTree>
    <p:extLst>
      <p:ext uri="{BB962C8B-B14F-4D97-AF65-F5344CB8AC3E}">
        <p14:creationId xmlns:p14="http://schemas.microsoft.com/office/powerpoint/2010/main" val="1475645466"/>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8996101-4260-A9A2-F61D-843F70BFB884}"/>
              </a:ext>
            </a:extLst>
          </p:cNvPr>
          <p:cNvSpPr>
            <a:spLocks noGrp="1"/>
          </p:cNvSpPr>
          <p:nvPr>
            <p:ph type="title"/>
          </p:nvPr>
        </p:nvSpPr>
        <p:spPr/>
        <p:txBody>
          <a:bodyPr anchor="b">
            <a:normAutofit/>
          </a:bodyPr>
          <a:lstStyle/>
          <a:p>
            <a:r>
              <a:rPr lang="tr-TR" sz="4400" dirty="0">
                <a:latin typeface="Times New Roman" panose="02020603050405020304" pitchFamily="18" charset="0"/>
                <a:cs typeface="Times New Roman" panose="02020603050405020304" pitchFamily="18" charset="0"/>
              </a:rPr>
              <a:t>Giriş</a:t>
            </a:r>
          </a:p>
        </p:txBody>
      </p:sp>
      <p:sp>
        <p:nvSpPr>
          <p:cNvPr id="3" name="İçerik Yer Tutucusu 2">
            <a:extLst>
              <a:ext uri="{FF2B5EF4-FFF2-40B4-BE49-F238E27FC236}">
                <a16:creationId xmlns:a16="http://schemas.microsoft.com/office/drawing/2014/main" id="{93A7A309-12A9-364F-7323-F331BEB800A7}"/>
              </a:ext>
            </a:extLst>
          </p:cNvPr>
          <p:cNvSpPr>
            <a:spLocks noGrp="1"/>
          </p:cNvSpPr>
          <p:nvPr>
            <p:ph idx="1"/>
          </p:nvPr>
        </p:nvSpPr>
        <p:spPr>
          <a:xfrm>
            <a:off x="640080" y="2633472"/>
            <a:ext cx="5640140" cy="3566160"/>
          </a:xfrm>
        </p:spPr>
        <p:txBody>
          <a:bodyPr anchor="t">
            <a:noAutofit/>
          </a:bodyPr>
          <a:lstStyle/>
          <a:p>
            <a:pPr marL="285750" indent="-285750">
              <a:lnSpc>
                <a:spcPct val="120000"/>
              </a:lnSpc>
              <a:buFont typeface="Arial" panose="020B0604020202020204" pitchFamily="34" charset="0"/>
              <a:buChar char="•"/>
            </a:pPr>
            <a:r>
              <a:rPr lang="tr-TR" sz="1700" b="0" cap="none" spc="0" dirty="0">
                <a:latin typeface="Times New Roman" panose="02020603050405020304" pitchFamily="18" charset="0"/>
                <a:cs typeface="Times New Roman" panose="02020603050405020304" pitchFamily="18" charset="0"/>
              </a:rPr>
              <a:t>Dijital çağda anlatılar; etkileşim, kişiselleştirme ve değişkenlik kavramlarıyla yeniden şekillenmektedir.</a:t>
            </a:r>
          </a:p>
          <a:p>
            <a:pPr marL="285750" indent="-285750">
              <a:lnSpc>
                <a:spcPct val="120000"/>
              </a:lnSpc>
              <a:buFont typeface="Arial" panose="020B0604020202020204" pitchFamily="34" charset="0"/>
              <a:buChar char="•"/>
            </a:pPr>
            <a:r>
              <a:rPr lang="tr-TR" sz="1700" b="0" cap="none" spc="0" dirty="0">
                <a:latin typeface="Times New Roman" panose="02020603050405020304" pitchFamily="18" charset="0"/>
                <a:cs typeface="Times New Roman" panose="02020603050405020304" pitchFamily="18" charset="0"/>
              </a:rPr>
              <a:t>Bu dönüşüm, hikâyeyi sabit bir metin olmaktan çıkarıp dinamik bir yapıya dönüştürme fikrini gündeme getirmiştir.</a:t>
            </a:r>
          </a:p>
        </p:txBody>
      </p:sp>
      <p:sp>
        <p:nvSpPr>
          <p:cNvPr id="4" name="Slayt Numarası Yer Tutucusu 3">
            <a:extLst>
              <a:ext uri="{FF2B5EF4-FFF2-40B4-BE49-F238E27FC236}">
                <a16:creationId xmlns:a16="http://schemas.microsoft.com/office/drawing/2014/main" id="{A55B64C9-E00A-8FAD-E75E-AE7BC20938FA}"/>
              </a:ext>
            </a:extLst>
          </p:cNvPr>
          <p:cNvSpPr>
            <a:spLocks noGrp="1"/>
          </p:cNvSpPr>
          <p:nvPr>
            <p:ph type="sldNum" sz="quarter" idx="12"/>
          </p:nvPr>
        </p:nvSpPr>
        <p:spPr/>
        <p:txBody>
          <a:bodyPr>
            <a:normAutofit/>
          </a:bodyPr>
          <a:lstStyle/>
          <a:p>
            <a:pPr>
              <a:spcAft>
                <a:spcPts val="600"/>
              </a:spcAft>
            </a:pPr>
            <a:fld id="{70C12960-6E85-460F-B6E3-5B82CB31AF3D}" type="slidenum">
              <a:rPr lang="en-US" smtClean="0"/>
              <a:pPr>
                <a:spcAft>
                  <a:spcPts val="600"/>
                </a:spcAft>
              </a:pPr>
              <a:t>4</a:t>
            </a:fld>
            <a:endParaRPr lang="en-US"/>
          </a:p>
        </p:txBody>
      </p:sp>
      <p:pic>
        <p:nvPicPr>
          <p:cNvPr id="5" name="Resim 4" descr="metin, kitap, çizgi film, poster içeren bir resim&#10;&#10;Yapay zeka tarafından oluşturulmuş içerik yanlış olabilir.">
            <a:extLst>
              <a:ext uri="{FF2B5EF4-FFF2-40B4-BE49-F238E27FC236}">
                <a16:creationId xmlns:a16="http://schemas.microsoft.com/office/drawing/2014/main" id="{F1079915-5BDB-ADAF-5C26-41F8B6D42156}"/>
              </a:ext>
            </a:extLst>
          </p:cNvPr>
          <p:cNvPicPr>
            <a:picLocks noChangeAspect="1"/>
          </p:cNvPicPr>
          <p:nvPr/>
        </p:nvPicPr>
        <p:blipFill>
          <a:blip r:embed="rId2"/>
          <a:stretch>
            <a:fillRect/>
          </a:stretch>
        </p:blipFill>
        <p:spPr>
          <a:xfrm>
            <a:off x="8115741" y="272649"/>
            <a:ext cx="3721217" cy="6083701"/>
          </a:xfrm>
          <a:prstGeom prst="rect">
            <a:avLst/>
          </a:prstGeom>
        </p:spPr>
      </p:pic>
    </p:spTree>
    <p:extLst>
      <p:ext uri="{BB962C8B-B14F-4D97-AF65-F5344CB8AC3E}">
        <p14:creationId xmlns:p14="http://schemas.microsoft.com/office/powerpoint/2010/main" val="2376917253"/>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11366D1-92D9-EBB7-143A-C0CF90B6179C}"/>
              </a:ext>
            </a:extLst>
          </p:cNvPr>
          <p:cNvSpPr>
            <a:spLocks noGrp="1"/>
          </p:cNvSpPr>
          <p:nvPr>
            <p:ph type="title"/>
          </p:nvPr>
        </p:nvSpPr>
        <p:spPr>
          <a:xfrm>
            <a:off x="640080" y="1371600"/>
            <a:ext cx="5737859" cy="1097280"/>
          </a:xfrm>
        </p:spPr>
        <p:txBody>
          <a:bodyPr>
            <a:normAutofit/>
          </a:bodyPr>
          <a:lstStyle/>
          <a:p>
            <a:r>
              <a:rPr lang="tr-TR" dirty="0">
                <a:latin typeface="Times New Roman" panose="02020603050405020304" pitchFamily="18" charset="0"/>
                <a:cs typeface="Times New Roman" panose="02020603050405020304" pitchFamily="18" charset="0"/>
              </a:rPr>
              <a:t>Problem</a:t>
            </a:r>
          </a:p>
        </p:txBody>
      </p:sp>
      <p:cxnSp>
        <p:nvCxnSpPr>
          <p:cNvPr id="8201" name="Straight Connector 820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A0028F44-8867-6DC9-390C-EB1FF8A9BE97}"/>
              </a:ext>
            </a:extLst>
          </p:cNvPr>
          <p:cNvSpPr>
            <a:spLocks noGrp="1"/>
          </p:cNvSpPr>
          <p:nvPr>
            <p:ph idx="1"/>
          </p:nvPr>
        </p:nvSpPr>
        <p:spPr>
          <a:xfrm>
            <a:off x="640080" y="2633236"/>
            <a:ext cx="10744200" cy="3666980"/>
          </a:xfrm>
        </p:spPr>
        <p:txBody>
          <a:bodyPr>
            <a:normAutofit/>
          </a:bodyPr>
          <a:lstStyle/>
          <a:p>
            <a:pPr>
              <a:lnSpc>
                <a:spcPct val="110000"/>
              </a:lnSpc>
            </a:pPr>
            <a:r>
              <a:rPr lang="tr-TR" dirty="0">
                <a:latin typeface="Times New Roman" panose="02020603050405020304" pitchFamily="18" charset="0"/>
                <a:cs typeface="Times New Roman" panose="02020603050405020304" pitchFamily="18" charset="0"/>
              </a:rPr>
              <a:t>Geleneksel hikâye anlatımında anlatı yapısı doğrusal bir düzene sahiptir ve okuyucu anlatının akışına doğrudan müdahale edemez. Bu durum, kullanıcı tercihleri ve duygusal tepkilerinin anlatı üzerindeki etkisinin sınırlı kalmasına neden olmaktadır.</a:t>
            </a:r>
          </a:p>
          <a:p>
            <a:pPr>
              <a:lnSpc>
                <a:spcPct val="110000"/>
              </a:lnSpc>
            </a:pPr>
            <a:r>
              <a:rPr lang="tr-TR" dirty="0">
                <a:latin typeface="Times New Roman" panose="02020603050405020304" pitchFamily="18" charset="0"/>
                <a:cs typeface="Times New Roman" panose="02020603050405020304" pitchFamily="18" charset="0"/>
              </a:rPr>
              <a:t>Günümüzde etkileşimli dijital anlatılara olan ilginin artmasına rağmen, kullanıcı duygu analizini ve tercihlerini birlikte ele alan, otonom ve doğrusal olmayan hikâye üretim sistemleri yeterince geliştirilmemiştir.</a:t>
            </a:r>
          </a:p>
        </p:txBody>
      </p:sp>
      <p:sp>
        <p:nvSpPr>
          <p:cNvPr id="5" name="Slayt Numarası Yer Tutucusu 4">
            <a:extLst>
              <a:ext uri="{FF2B5EF4-FFF2-40B4-BE49-F238E27FC236}">
                <a16:creationId xmlns:a16="http://schemas.microsoft.com/office/drawing/2014/main" id="{AD97F97A-F369-8796-E6F5-50175F3B535E}"/>
              </a:ext>
            </a:extLst>
          </p:cNvPr>
          <p:cNvSpPr>
            <a:spLocks noGrp="1"/>
          </p:cNvSpPr>
          <p:nvPr>
            <p:ph type="sldNum" sz="quarter" idx="12"/>
          </p:nvPr>
        </p:nvSpPr>
        <p:spPr>
          <a:xfrm>
            <a:off x="10807995" y="6356350"/>
            <a:ext cx="723014" cy="365125"/>
          </a:xfrm>
        </p:spPr>
        <p:txBody>
          <a:bodyPr>
            <a:normAutofit/>
          </a:bodyPr>
          <a:lstStyle/>
          <a:p>
            <a:pPr>
              <a:spcAft>
                <a:spcPts val="600"/>
              </a:spcAft>
            </a:pPr>
            <a:fld id="{70C12960-6E85-460F-B6E3-5B82CB31AF3D}" type="slidenum">
              <a:rPr lang="en-US" smtClean="0"/>
              <a:pPr>
                <a:spcAft>
                  <a:spcPts val="600"/>
                </a:spcAft>
              </a:pPr>
              <a:t>5</a:t>
            </a:fld>
            <a:endParaRPr lang="en-US"/>
          </a:p>
        </p:txBody>
      </p:sp>
    </p:spTree>
    <p:extLst>
      <p:ext uri="{BB962C8B-B14F-4D97-AF65-F5344CB8AC3E}">
        <p14:creationId xmlns:p14="http://schemas.microsoft.com/office/powerpoint/2010/main" val="1308162657"/>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4" name="Rectangle 5133">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95A642A-D9E2-6E8C-2C42-253ED82D1E8E}"/>
              </a:ext>
            </a:extLst>
          </p:cNvPr>
          <p:cNvSpPr>
            <a:spLocks noGrp="1"/>
          </p:cNvSpPr>
          <p:nvPr>
            <p:ph type="title"/>
          </p:nvPr>
        </p:nvSpPr>
        <p:spPr>
          <a:xfrm>
            <a:off x="640080" y="1371600"/>
            <a:ext cx="5737859" cy="1097280"/>
          </a:xfrm>
        </p:spPr>
        <p:txBody>
          <a:bodyPr>
            <a:normAutofit/>
          </a:bodyPr>
          <a:lstStyle/>
          <a:p>
            <a:r>
              <a:rPr lang="tr-TR" dirty="0">
                <a:latin typeface="Times New Roman" panose="02020603050405020304" pitchFamily="18" charset="0"/>
                <a:cs typeface="Times New Roman" panose="02020603050405020304" pitchFamily="18" charset="0"/>
              </a:rPr>
              <a:t>Amaç</a:t>
            </a:r>
          </a:p>
        </p:txBody>
      </p:sp>
      <p:cxnSp>
        <p:nvCxnSpPr>
          <p:cNvPr id="5136" name="Straight Connector 5135">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66B783A7-90CA-B8B8-61E9-01F981C80470}"/>
              </a:ext>
            </a:extLst>
          </p:cNvPr>
          <p:cNvSpPr>
            <a:spLocks noGrp="1"/>
          </p:cNvSpPr>
          <p:nvPr>
            <p:ph idx="1"/>
          </p:nvPr>
        </p:nvSpPr>
        <p:spPr>
          <a:xfrm>
            <a:off x="640080" y="2633236"/>
            <a:ext cx="5737860" cy="3666980"/>
          </a:xfrm>
        </p:spPr>
        <p:txBody>
          <a:bodyPr>
            <a:normAutofit/>
          </a:bodyPr>
          <a:lstStyle/>
          <a:p>
            <a:r>
              <a:rPr lang="tr-TR" dirty="0">
                <a:latin typeface="Times New Roman" panose="02020603050405020304" pitchFamily="18" charset="0"/>
                <a:cs typeface="Times New Roman" panose="02020603050405020304" pitchFamily="18" charset="0"/>
              </a:rPr>
              <a:t>Bu projenin amacı; kullanıcı tercihleri ve duygu analizini temel alarak, anlatı akışını dinamik biçimde şekillendiren </a:t>
            </a:r>
            <a:r>
              <a:rPr lang="tr-TR" b="1" dirty="0">
                <a:latin typeface="Times New Roman" panose="02020603050405020304" pitchFamily="18" charset="0"/>
                <a:cs typeface="Times New Roman" panose="02020603050405020304" pitchFamily="18" charset="0"/>
              </a:rPr>
              <a:t>doğrusal olmayan otonom bir hikâye üretim sistemi</a:t>
            </a:r>
            <a:r>
              <a:rPr lang="tr-TR" dirty="0">
                <a:latin typeface="Times New Roman" panose="02020603050405020304" pitchFamily="18" charset="0"/>
                <a:cs typeface="Times New Roman" panose="02020603050405020304" pitchFamily="18" charset="0"/>
              </a:rPr>
              <a:t> tasarlamak ve bu sistemin anlatı yapısı üzerindeki etkisini incelemektir.</a:t>
            </a:r>
          </a:p>
          <a:p>
            <a:r>
              <a:rPr lang="tr-TR" dirty="0">
                <a:latin typeface="Times New Roman" panose="02020603050405020304" pitchFamily="18" charset="0"/>
                <a:cs typeface="Times New Roman" panose="02020603050405020304" pitchFamily="18" charset="0"/>
              </a:rPr>
              <a:t>Bu kapsamda, hikâyenin sabit bir metin yerine kullanıcı etkileşimiyle sürekli değişen bir anlatı süreci olarak ele alınması hedeflenmiştir.</a:t>
            </a:r>
          </a:p>
          <a:p>
            <a:endParaRPr lang="tr-TR" dirty="0">
              <a:latin typeface="Times New Roman" panose="02020603050405020304" pitchFamily="18" charset="0"/>
              <a:cs typeface="Times New Roman" panose="02020603050405020304" pitchFamily="18" charset="0"/>
            </a:endParaRPr>
          </a:p>
        </p:txBody>
      </p:sp>
      <p:pic>
        <p:nvPicPr>
          <p:cNvPr id="17" name="Resim 16">
            <a:extLst>
              <a:ext uri="{FF2B5EF4-FFF2-40B4-BE49-F238E27FC236}">
                <a16:creationId xmlns:a16="http://schemas.microsoft.com/office/drawing/2014/main" id="{5C74E66A-6EF9-E402-FAFD-EE34BF00B5A3}"/>
              </a:ext>
            </a:extLst>
          </p:cNvPr>
          <p:cNvPicPr>
            <a:picLocks noChangeAspect="1"/>
          </p:cNvPicPr>
          <p:nvPr/>
        </p:nvPicPr>
        <p:blipFill>
          <a:blip r:embed="rId2"/>
          <a:stretch>
            <a:fillRect/>
          </a:stretch>
        </p:blipFill>
        <p:spPr>
          <a:xfrm>
            <a:off x="7155179" y="1924386"/>
            <a:ext cx="4375829" cy="4375829"/>
          </a:xfrm>
          <a:prstGeom prst="rect">
            <a:avLst/>
          </a:prstGeom>
        </p:spPr>
      </p:pic>
      <p:sp>
        <p:nvSpPr>
          <p:cNvPr id="4" name="Slayt Numarası Yer Tutucusu 3">
            <a:extLst>
              <a:ext uri="{FF2B5EF4-FFF2-40B4-BE49-F238E27FC236}">
                <a16:creationId xmlns:a16="http://schemas.microsoft.com/office/drawing/2014/main" id="{91A72C84-B49E-58B2-BC9C-EEC956D52EF5}"/>
              </a:ext>
            </a:extLst>
          </p:cNvPr>
          <p:cNvSpPr>
            <a:spLocks noGrp="1"/>
          </p:cNvSpPr>
          <p:nvPr>
            <p:ph type="sldNum" sz="quarter" idx="12"/>
          </p:nvPr>
        </p:nvSpPr>
        <p:spPr>
          <a:xfrm>
            <a:off x="10807995" y="6356350"/>
            <a:ext cx="723014" cy="365125"/>
          </a:xfrm>
        </p:spPr>
        <p:txBody>
          <a:bodyPr>
            <a:normAutofit/>
          </a:bodyPr>
          <a:lstStyle/>
          <a:p>
            <a:pPr>
              <a:spcAft>
                <a:spcPts val="600"/>
              </a:spcAft>
            </a:pPr>
            <a:fld id="{70C12960-6E85-460F-B6E3-5B82CB31AF3D}" type="slidenum">
              <a:rPr lang="en-US" smtClean="0"/>
              <a:pPr>
                <a:spcAft>
                  <a:spcPts val="600"/>
                </a:spcAft>
              </a:pPr>
              <a:t>6</a:t>
            </a:fld>
            <a:endParaRPr lang="en-US"/>
          </a:p>
        </p:txBody>
      </p:sp>
    </p:spTree>
    <p:extLst>
      <p:ext uri="{BB962C8B-B14F-4D97-AF65-F5344CB8AC3E}">
        <p14:creationId xmlns:p14="http://schemas.microsoft.com/office/powerpoint/2010/main" val="2394630892"/>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DC68825-068A-4822-C691-BEFBDD9B7080}"/>
              </a:ext>
            </a:extLst>
          </p:cNvPr>
          <p:cNvSpPr>
            <a:spLocks noGrp="1"/>
          </p:cNvSpPr>
          <p:nvPr>
            <p:ph type="title"/>
          </p:nvPr>
        </p:nvSpPr>
        <p:spPr/>
        <p:txBody>
          <a:bodyPr/>
          <a:lstStyle/>
          <a:p>
            <a:r>
              <a:rPr lang="tr-TR" dirty="0">
                <a:latin typeface="Times New Roman" panose="02020603050405020304" pitchFamily="18" charset="0"/>
                <a:cs typeface="Times New Roman" panose="02020603050405020304" pitchFamily="18" charset="0"/>
              </a:rPr>
              <a:t>Yöntem(Sitenin Tasarlanması)</a:t>
            </a:r>
          </a:p>
        </p:txBody>
      </p:sp>
      <p:sp>
        <p:nvSpPr>
          <p:cNvPr id="3" name="İçerik Yer Tutucusu 2">
            <a:extLst>
              <a:ext uri="{FF2B5EF4-FFF2-40B4-BE49-F238E27FC236}">
                <a16:creationId xmlns:a16="http://schemas.microsoft.com/office/drawing/2014/main" id="{526DD887-C05C-78E9-FB76-AB0DEC28B110}"/>
              </a:ext>
            </a:extLst>
          </p:cNvPr>
          <p:cNvSpPr>
            <a:spLocks noGrp="1"/>
          </p:cNvSpPr>
          <p:nvPr>
            <p:ph idx="1"/>
          </p:nvPr>
        </p:nvSpPr>
        <p:spPr>
          <a:xfrm>
            <a:off x="640079" y="2633472"/>
            <a:ext cx="7240939" cy="3566160"/>
          </a:xfrm>
        </p:spPr>
        <p:txBody>
          <a:bodyPr/>
          <a:lstStyle/>
          <a:p>
            <a:r>
              <a:rPr lang="tr-TR" dirty="0">
                <a:latin typeface="Times New Roman" panose="02020603050405020304" pitchFamily="18" charset="0"/>
                <a:cs typeface="Times New Roman" panose="02020603050405020304" pitchFamily="18" charset="0"/>
              </a:rPr>
              <a:t>İlk aşamada, sistemin işleyiş mekanizması tasarlandı ve web sitesi oluşturuldu</a:t>
            </a:r>
          </a:p>
        </p:txBody>
      </p:sp>
      <p:sp>
        <p:nvSpPr>
          <p:cNvPr id="4" name="Slayt Numarası Yer Tutucusu 3">
            <a:extLst>
              <a:ext uri="{FF2B5EF4-FFF2-40B4-BE49-F238E27FC236}">
                <a16:creationId xmlns:a16="http://schemas.microsoft.com/office/drawing/2014/main" id="{F223B756-1971-FEDD-21BD-F5134469BA16}"/>
              </a:ext>
            </a:extLst>
          </p:cNvPr>
          <p:cNvSpPr>
            <a:spLocks noGrp="1"/>
          </p:cNvSpPr>
          <p:nvPr>
            <p:ph type="sldNum" sz="quarter" idx="12"/>
          </p:nvPr>
        </p:nvSpPr>
        <p:spPr/>
        <p:txBody>
          <a:bodyPr/>
          <a:lstStyle/>
          <a:p>
            <a:fld id="{70C12960-6E85-460F-B6E3-5B82CB31AF3D}" type="slidenum">
              <a:rPr lang="en-US" smtClean="0"/>
              <a:t>7</a:t>
            </a:fld>
            <a:endParaRPr lang="en-US"/>
          </a:p>
        </p:txBody>
      </p:sp>
      <p:sp>
        <p:nvSpPr>
          <p:cNvPr id="5" name="Dikdörtgen: Köşeleri Yuvarlatılmış 4">
            <a:extLst>
              <a:ext uri="{FF2B5EF4-FFF2-40B4-BE49-F238E27FC236}">
                <a16:creationId xmlns:a16="http://schemas.microsoft.com/office/drawing/2014/main" id="{FDD1DA6A-1643-D350-5791-A5FB8008C104}"/>
              </a:ext>
            </a:extLst>
          </p:cNvPr>
          <p:cNvSpPr/>
          <p:nvPr/>
        </p:nvSpPr>
        <p:spPr>
          <a:xfrm>
            <a:off x="8663640" y="4961662"/>
            <a:ext cx="2337391" cy="294638"/>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a:solidFill>
                  <a:schemeClr val="tx1"/>
                </a:solidFill>
              </a:rPr>
              <a:t>Hikâye sonu</a:t>
            </a:r>
          </a:p>
        </p:txBody>
      </p:sp>
      <p:sp>
        <p:nvSpPr>
          <p:cNvPr id="6" name="Dikdörtgen: Köşeleri Yuvarlatılmış 5">
            <a:extLst>
              <a:ext uri="{FF2B5EF4-FFF2-40B4-BE49-F238E27FC236}">
                <a16:creationId xmlns:a16="http://schemas.microsoft.com/office/drawing/2014/main" id="{638CCEFF-A1E3-1932-6075-AAF24A8E50CF}"/>
              </a:ext>
            </a:extLst>
          </p:cNvPr>
          <p:cNvSpPr/>
          <p:nvPr/>
        </p:nvSpPr>
        <p:spPr>
          <a:xfrm>
            <a:off x="8663641" y="4373225"/>
            <a:ext cx="2337391" cy="294638"/>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a:solidFill>
                  <a:schemeClr val="tx1"/>
                </a:solidFill>
              </a:rPr>
              <a:t>Duygu analizi</a:t>
            </a:r>
          </a:p>
        </p:txBody>
      </p:sp>
      <p:sp>
        <p:nvSpPr>
          <p:cNvPr id="7" name="Dikdörtgen: Köşeleri Yuvarlatılmış 6">
            <a:extLst>
              <a:ext uri="{FF2B5EF4-FFF2-40B4-BE49-F238E27FC236}">
                <a16:creationId xmlns:a16="http://schemas.microsoft.com/office/drawing/2014/main" id="{74A56CE2-607A-8E26-8808-3360B3B75600}"/>
              </a:ext>
            </a:extLst>
          </p:cNvPr>
          <p:cNvSpPr/>
          <p:nvPr/>
        </p:nvSpPr>
        <p:spPr>
          <a:xfrm>
            <a:off x="8663641" y="3794412"/>
            <a:ext cx="2337394" cy="294638"/>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a:solidFill>
                  <a:schemeClr val="tx1"/>
                </a:solidFill>
              </a:rPr>
              <a:t>Hikâyenin akışı</a:t>
            </a:r>
          </a:p>
        </p:txBody>
      </p:sp>
      <p:sp>
        <p:nvSpPr>
          <p:cNvPr id="8" name="Dikdörtgen: Köşeleri Yuvarlatılmış 7">
            <a:extLst>
              <a:ext uri="{FF2B5EF4-FFF2-40B4-BE49-F238E27FC236}">
                <a16:creationId xmlns:a16="http://schemas.microsoft.com/office/drawing/2014/main" id="{728B9EB1-B851-C228-D183-315309FAB059}"/>
              </a:ext>
            </a:extLst>
          </p:cNvPr>
          <p:cNvSpPr/>
          <p:nvPr/>
        </p:nvSpPr>
        <p:spPr>
          <a:xfrm>
            <a:off x="8663641" y="3215601"/>
            <a:ext cx="2337394" cy="294636"/>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a:solidFill>
                  <a:schemeClr val="tx1"/>
                </a:solidFill>
              </a:rPr>
              <a:t>Kullanıcı girdisi</a:t>
            </a:r>
          </a:p>
        </p:txBody>
      </p:sp>
      <p:sp>
        <p:nvSpPr>
          <p:cNvPr id="9" name="Dikdörtgen: Köşeleri Yuvarlatılmış 8">
            <a:extLst>
              <a:ext uri="{FF2B5EF4-FFF2-40B4-BE49-F238E27FC236}">
                <a16:creationId xmlns:a16="http://schemas.microsoft.com/office/drawing/2014/main" id="{F39C6413-759D-4600-DE1A-3D6586BC6A29}"/>
              </a:ext>
            </a:extLst>
          </p:cNvPr>
          <p:cNvSpPr/>
          <p:nvPr/>
        </p:nvSpPr>
        <p:spPr>
          <a:xfrm>
            <a:off x="8663641" y="2633472"/>
            <a:ext cx="2337394" cy="294638"/>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a:solidFill>
                  <a:schemeClr val="tx1"/>
                </a:solidFill>
              </a:rPr>
              <a:t>İlk metin</a:t>
            </a:r>
          </a:p>
        </p:txBody>
      </p:sp>
      <p:cxnSp>
        <p:nvCxnSpPr>
          <p:cNvPr id="11" name="Düz Ok Bağlayıcısı 10">
            <a:extLst>
              <a:ext uri="{FF2B5EF4-FFF2-40B4-BE49-F238E27FC236}">
                <a16:creationId xmlns:a16="http://schemas.microsoft.com/office/drawing/2014/main" id="{904B0D19-0EC2-0CB4-9616-4C6EB5B25911}"/>
              </a:ext>
            </a:extLst>
          </p:cNvPr>
          <p:cNvCxnSpPr>
            <a:cxnSpLocks/>
            <a:stCxn id="9" idx="2"/>
            <a:endCxn id="8" idx="0"/>
          </p:cNvCxnSpPr>
          <p:nvPr/>
        </p:nvCxnSpPr>
        <p:spPr>
          <a:xfrm>
            <a:off x="9832338" y="2928110"/>
            <a:ext cx="0" cy="2874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Düz Ok Bağlayıcısı 16">
            <a:extLst>
              <a:ext uri="{FF2B5EF4-FFF2-40B4-BE49-F238E27FC236}">
                <a16:creationId xmlns:a16="http://schemas.microsoft.com/office/drawing/2014/main" id="{6A9899BC-331E-D974-57C0-C8A696D8D0FC}"/>
              </a:ext>
            </a:extLst>
          </p:cNvPr>
          <p:cNvCxnSpPr>
            <a:cxnSpLocks/>
          </p:cNvCxnSpPr>
          <p:nvPr/>
        </p:nvCxnSpPr>
        <p:spPr>
          <a:xfrm>
            <a:off x="9832337" y="3506921"/>
            <a:ext cx="0" cy="2874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 name="Düz Ok Bağlayıcısı 17">
            <a:extLst>
              <a:ext uri="{FF2B5EF4-FFF2-40B4-BE49-F238E27FC236}">
                <a16:creationId xmlns:a16="http://schemas.microsoft.com/office/drawing/2014/main" id="{D608BC53-0DD1-0A37-A4AD-6965B4D57A9C}"/>
              </a:ext>
            </a:extLst>
          </p:cNvPr>
          <p:cNvCxnSpPr>
            <a:cxnSpLocks/>
          </p:cNvCxnSpPr>
          <p:nvPr/>
        </p:nvCxnSpPr>
        <p:spPr>
          <a:xfrm>
            <a:off x="9832337" y="4085734"/>
            <a:ext cx="0" cy="2874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Düz Ok Bağlayıcısı 18">
            <a:extLst>
              <a:ext uri="{FF2B5EF4-FFF2-40B4-BE49-F238E27FC236}">
                <a16:creationId xmlns:a16="http://schemas.microsoft.com/office/drawing/2014/main" id="{A7F0481D-4CC9-F11A-8B21-8189B174C32E}"/>
              </a:ext>
            </a:extLst>
          </p:cNvPr>
          <p:cNvCxnSpPr>
            <a:cxnSpLocks/>
            <a:endCxn id="5" idx="0"/>
          </p:cNvCxnSpPr>
          <p:nvPr/>
        </p:nvCxnSpPr>
        <p:spPr>
          <a:xfrm flipH="1">
            <a:off x="9832336" y="4688991"/>
            <a:ext cx="1" cy="2726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0" name="Metin kutusu 29">
            <a:extLst>
              <a:ext uri="{FF2B5EF4-FFF2-40B4-BE49-F238E27FC236}">
                <a16:creationId xmlns:a16="http://schemas.microsoft.com/office/drawing/2014/main" id="{37AC1CBC-EE1E-A26D-1FAC-B03BA1706F44}"/>
              </a:ext>
            </a:extLst>
          </p:cNvPr>
          <p:cNvSpPr txBox="1"/>
          <p:nvPr/>
        </p:nvSpPr>
        <p:spPr>
          <a:xfrm>
            <a:off x="8663640" y="5577840"/>
            <a:ext cx="2337391" cy="646331"/>
          </a:xfrm>
          <a:prstGeom prst="rect">
            <a:avLst/>
          </a:prstGeom>
          <a:noFill/>
        </p:spPr>
        <p:txBody>
          <a:bodyPr wrap="square" rtlCol="0">
            <a:spAutoFit/>
          </a:bodyPr>
          <a:lstStyle/>
          <a:p>
            <a:r>
              <a:rPr lang="tr-TR" dirty="0"/>
              <a:t>Görsel: Sistemin işleyiş mekanizması</a:t>
            </a:r>
          </a:p>
        </p:txBody>
      </p:sp>
    </p:spTree>
    <p:extLst>
      <p:ext uri="{BB962C8B-B14F-4D97-AF65-F5344CB8AC3E}">
        <p14:creationId xmlns:p14="http://schemas.microsoft.com/office/powerpoint/2010/main" val="2181986592"/>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36C3EE7-D806-044C-E2E5-DDF6652101A2}"/>
              </a:ext>
            </a:extLst>
          </p:cNvPr>
          <p:cNvSpPr>
            <a:spLocks noGrp="1"/>
          </p:cNvSpPr>
          <p:nvPr>
            <p:ph type="title"/>
          </p:nvPr>
        </p:nvSpPr>
        <p:spPr/>
        <p:txBody>
          <a:bodyPr/>
          <a:lstStyle/>
          <a:p>
            <a:r>
              <a:rPr lang="tr-TR" dirty="0">
                <a:latin typeface="Times New Roman" panose="02020603050405020304" pitchFamily="18" charset="0"/>
                <a:cs typeface="Times New Roman" panose="02020603050405020304" pitchFamily="18" charset="0"/>
              </a:rPr>
              <a:t>Yöntem(Duygu Senaryolarının Testi)</a:t>
            </a:r>
          </a:p>
        </p:txBody>
      </p:sp>
      <p:sp>
        <p:nvSpPr>
          <p:cNvPr id="3" name="İçerik Yer Tutucusu 2">
            <a:extLst>
              <a:ext uri="{FF2B5EF4-FFF2-40B4-BE49-F238E27FC236}">
                <a16:creationId xmlns:a16="http://schemas.microsoft.com/office/drawing/2014/main" id="{8D4E2B04-F809-A8E8-1E86-1AF8396AE60A}"/>
              </a:ext>
            </a:extLst>
          </p:cNvPr>
          <p:cNvSpPr>
            <a:spLocks noGrp="1"/>
          </p:cNvSpPr>
          <p:nvPr>
            <p:ph idx="1"/>
          </p:nvPr>
        </p:nvSpPr>
        <p:spPr>
          <a:xfrm>
            <a:off x="640080" y="2633472"/>
            <a:ext cx="3410712" cy="3566160"/>
          </a:xfrm>
        </p:spPr>
        <p:txBody>
          <a:bodyPr>
            <a:normAutofit/>
          </a:bodyPr>
          <a:lstStyle/>
          <a:p>
            <a:r>
              <a:rPr lang="tr-TR" dirty="0">
                <a:latin typeface="Times New Roman" panose="02020603050405020304" pitchFamily="18" charset="0"/>
                <a:cs typeface="Times New Roman" panose="02020603050405020304" pitchFamily="18" charset="0"/>
              </a:rPr>
              <a:t>Yapay zekâ modülü sisteme entegre edilmeden önce, belirlenen tercih ve duygu senaryoları kullanılarak hikâye üretim mekanizması test edilmiştir. Bu sayede anlatı yapısının farklı girdilere verdiği tepkiler gözlemlenmiştir.</a:t>
            </a:r>
          </a:p>
        </p:txBody>
      </p:sp>
      <p:sp>
        <p:nvSpPr>
          <p:cNvPr id="4" name="Slayt Numarası Yer Tutucusu 3">
            <a:extLst>
              <a:ext uri="{FF2B5EF4-FFF2-40B4-BE49-F238E27FC236}">
                <a16:creationId xmlns:a16="http://schemas.microsoft.com/office/drawing/2014/main" id="{87738F39-AF55-54C1-24CB-18092F227737}"/>
              </a:ext>
            </a:extLst>
          </p:cNvPr>
          <p:cNvSpPr>
            <a:spLocks noGrp="1"/>
          </p:cNvSpPr>
          <p:nvPr>
            <p:ph type="sldNum" sz="quarter" idx="12"/>
          </p:nvPr>
        </p:nvSpPr>
        <p:spPr/>
        <p:txBody>
          <a:bodyPr/>
          <a:lstStyle/>
          <a:p>
            <a:fld id="{70C12960-6E85-460F-B6E3-5B82CB31AF3D}" type="slidenum">
              <a:rPr lang="en-US" smtClean="0"/>
              <a:t>8</a:t>
            </a:fld>
            <a:endParaRPr lang="en-US"/>
          </a:p>
        </p:txBody>
      </p:sp>
      <p:pic>
        <p:nvPicPr>
          <p:cNvPr id="15" name="Resim 14" descr="metin, ekran görüntüsü, tasarım içeren bir resim&#10;&#10;Yapay zeka tarafından oluşturulmuş içerik yanlış olabilir.">
            <a:extLst>
              <a:ext uri="{FF2B5EF4-FFF2-40B4-BE49-F238E27FC236}">
                <a16:creationId xmlns:a16="http://schemas.microsoft.com/office/drawing/2014/main" id="{5B87CB5C-2BFA-DDDA-CECE-78783B6EB0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6689" y="2146087"/>
            <a:ext cx="7214319" cy="4053545"/>
          </a:xfrm>
          <a:prstGeom prst="rect">
            <a:avLst/>
          </a:prstGeom>
        </p:spPr>
      </p:pic>
    </p:spTree>
    <p:extLst>
      <p:ext uri="{BB962C8B-B14F-4D97-AF65-F5344CB8AC3E}">
        <p14:creationId xmlns:p14="http://schemas.microsoft.com/office/powerpoint/2010/main" val="971991347"/>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E4DF6DD-BF83-58CA-EF99-714749E06806}"/>
              </a:ext>
            </a:extLst>
          </p:cNvPr>
          <p:cNvSpPr>
            <a:spLocks noGrp="1"/>
          </p:cNvSpPr>
          <p:nvPr>
            <p:ph type="title"/>
          </p:nvPr>
        </p:nvSpPr>
        <p:spPr/>
        <p:txBody>
          <a:bodyPr/>
          <a:lstStyle/>
          <a:p>
            <a:r>
              <a:rPr lang="tr-TR" dirty="0">
                <a:latin typeface="Times New Roman" panose="02020603050405020304" pitchFamily="18" charset="0"/>
                <a:cs typeface="Times New Roman" panose="02020603050405020304" pitchFamily="18" charset="0"/>
              </a:rPr>
              <a:t>Yöntem(Sisteme Yapay </a:t>
            </a:r>
            <a:r>
              <a:rPr lang="tr-TR" u="sng" dirty="0">
                <a:latin typeface="Times New Roman" panose="02020603050405020304" pitchFamily="18" charset="0"/>
                <a:cs typeface="Times New Roman" panose="02020603050405020304" pitchFamily="18" charset="0"/>
              </a:rPr>
              <a:t>Zekânın</a:t>
            </a:r>
            <a:r>
              <a:rPr lang="tr-TR" dirty="0">
                <a:latin typeface="Times New Roman" panose="02020603050405020304" pitchFamily="18" charset="0"/>
                <a:cs typeface="Times New Roman" panose="02020603050405020304" pitchFamily="18" charset="0"/>
              </a:rPr>
              <a:t> Entegresi)</a:t>
            </a:r>
          </a:p>
        </p:txBody>
      </p:sp>
      <p:sp>
        <p:nvSpPr>
          <p:cNvPr id="3" name="İçerik Yer Tutucusu 2">
            <a:extLst>
              <a:ext uri="{FF2B5EF4-FFF2-40B4-BE49-F238E27FC236}">
                <a16:creationId xmlns:a16="http://schemas.microsoft.com/office/drawing/2014/main" id="{5950F294-EC49-027E-1562-BE5B853A918F}"/>
              </a:ext>
            </a:extLst>
          </p:cNvPr>
          <p:cNvSpPr>
            <a:spLocks noGrp="1"/>
          </p:cNvSpPr>
          <p:nvPr>
            <p:ph idx="1"/>
          </p:nvPr>
        </p:nvSpPr>
        <p:spPr>
          <a:xfrm>
            <a:off x="640080" y="2633472"/>
            <a:ext cx="5586984" cy="3566160"/>
          </a:xfrm>
        </p:spPr>
        <p:txBody>
          <a:bodyPr/>
          <a:lstStyle/>
          <a:p>
            <a:r>
              <a:rPr lang="tr-TR" dirty="0">
                <a:latin typeface="Times New Roman" panose="02020603050405020304" pitchFamily="18" charset="0"/>
                <a:cs typeface="Times New Roman" panose="02020603050405020304" pitchFamily="18" charset="0"/>
              </a:rPr>
              <a:t>Kullanıcıdan alınan tercihler ve metin temelli duygu verileri analiz edilerek, hikâye akışını yönlendiren bir karar mekanizması kurgulanmıştır, Yapay zek</a:t>
            </a:r>
            <a:r>
              <a:rPr lang="tr-TR" u="sng" dirty="0">
                <a:latin typeface="Times New Roman" panose="02020603050405020304" pitchFamily="18" charset="0"/>
                <a:cs typeface="Times New Roman" panose="02020603050405020304" pitchFamily="18" charset="0"/>
              </a:rPr>
              <a:t>â</a:t>
            </a:r>
            <a:r>
              <a:rPr lang="tr-TR" dirty="0">
                <a:latin typeface="Times New Roman" panose="02020603050405020304" pitchFamily="18" charset="0"/>
                <a:cs typeface="Times New Roman" panose="02020603050405020304" pitchFamily="18" charset="0"/>
              </a:rPr>
              <a:t> sisteme entegre edilip hik</a:t>
            </a:r>
            <a:r>
              <a:rPr lang="tr-TR" u="sng" dirty="0">
                <a:latin typeface="Times New Roman" panose="02020603050405020304" pitchFamily="18" charset="0"/>
                <a:cs typeface="Times New Roman" panose="02020603050405020304" pitchFamily="18" charset="0"/>
              </a:rPr>
              <a:t>â</a:t>
            </a:r>
            <a:r>
              <a:rPr lang="tr-TR" dirty="0">
                <a:latin typeface="Times New Roman" panose="02020603050405020304" pitchFamily="18" charset="0"/>
                <a:cs typeface="Times New Roman" panose="02020603050405020304" pitchFamily="18" charset="0"/>
              </a:rPr>
              <a:t>yenin akışı tamamen kullanıcı kontrolüne geçmiştir.</a:t>
            </a:r>
          </a:p>
          <a:p>
            <a:endParaRPr lang="tr-TR" dirty="0">
              <a:latin typeface="Times New Roman" panose="02020603050405020304" pitchFamily="18" charset="0"/>
              <a:cs typeface="Times New Roman" panose="02020603050405020304" pitchFamily="18" charset="0"/>
            </a:endParaRPr>
          </a:p>
        </p:txBody>
      </p:sp>
      <p:sp>
        <p:nvSpPr>
          <p:cNvPr id="4" name="Slayt Numarası Yer Tutucusu 3">
            <a:extLst>
              <a:ext uri="{FF2B5EF4-FFF2-40B4-BE49-F238E27FC236}">
                <a16:creationId xmlns:a16="http://schemas.microsoft.com/office/drawing/2014/main" id="{8348936B-ACF9-97E2-5AE9-1E16187BBC98}"/>
              </a:ext>
            </a:extLst>
          </p:cNvPr>
          <p:cNvSpPr>
            <a:spLocks noGrp="1"/>
          </p:cNvSpPr>
          <p:nvPr>
            <p:ph type="sldNum" sz="quarter" idx="12"/>
          </p:nvPr>
        </p:nvSpPr>
        <p:spPr/>
        <p:txBody>
          <a:bodyPr/>
          <a:lstStyle/>
          <a:p>
            <a:fld id="{70C12960-6E85-460F-B6E3-5B82CB31AF3D}" type="slidenum">
              <a:rPr lang="en-US" smtClean="0"/>
              <a:t>9</a:t>
            </a:fld>
            <a:endParaRPr lang="en-US"/>
          </a:p>
        </p:txBody>
      </p:sp>
    </p:spTree>
    <p:extLst>
      <p:ext uri="{BB962C8B-B14F-4D97-AF65-F5344CB8AC3E}">
        <p14:creationId xmlns:p14="http://schemas.microsoft.com/office/powerpoint/2010/main" val="1333784054"/>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6CEBA82-7454-3FD6-6093-8010713E83CB}"/>
              </a:ext>
            </a:extLst>
          </p:cNvPr>
          <p:cNvSpPr>
            <a:spLocks noGrp="1"/>
          </p:cNvSpPr>
          <p:nvPr>
            <p:ph type="title"/>
          </p:nvPr>
        </p:nvSpPr>
        <p:spPr/>
        <p:txBody>
          <a:bodyPr/>
          <a:lstStyle/>
          <a:p>
            <a:r>
              <a:rPr lang="tr-TR" dirty="0">
                <a:latin typeface="Times New Roman" panose="02020603050405020304" pitchFamily="18" charset="0"/>
                <a:cs typeface="Times New Roman" panose="02020603050405020304" pitchFamily="18" charset="0"/>
              </a:rPr>
              <a:t>Yöntem(Sitenin Son Hali)</a:t>
            </a:r>
          </a:p>
        </p:txBody>
      </p:sp>
      <p:sp>
        <p:nvSpPr>
          <p:cNvPr id="4" name="Slayt Numarası Yer Tutucusu 3">
            <a:extLst>
              <a:ext uri="{FF2B5EF4-FFF2-40B4-BE49-F238E27FC236}">
                <a16:creationId xmlns:a16="http://schemas.microsoft.com/office/drawing/2014/main" id="{72A31CF5-AF58-0C3D-840A-A27733E80E8F}"/>
              </a:ext>
            </a:extLst>
          </p:cNvPr>
          <p:cNvSpPr>
            <a:spLocks noGrp="1"/>
          </p:cNvSpPr>
          <p:nvPr>
            <p:ph type="sldNum" sz="quarter" idx="12"/>
          </p:nvPr>
        </p:nvSpPr>
        <p:spPr/>
        <p:txBody>
          <a:bodyPr/>
          <a:lstStyle/>
          <a:p>
            <a:fld id="{70C12960-6E85-460F-B6E3-5B82CB31AF3D}" type="slidenum">
              <a:rPr lang="en-US" smtClean="0"/>
              <a:t>10</a:t>
            </a:fld>
            <a:endParaRPr lang="en-US"/>
          </a:p>
        </p:txBody>
      </p:sp>
      <p:sp>
        <p:nvSpPr>
          <p:cNvPr id="8" name="Metin kutusu 7">
            <a:extLst>
              <a:ext uri="{FF2B5EF4-FFF2-40B4-BE49-F238E27FC236}">
                <a16:creationId xmlns:a16="http://schemas.microsoft.com/office/drawing/2014/main" id="{117F12A5-BC18-466D-5F28-A91F14A18FAF}"/>
              </a:ext>
            </a:extLst>
          </p:cNvPr>
          <p:cNvSpPr txBox="1"/>
          <p:nvPr/>
        </p:nvSpPr>
        <p:spPr>
          <a:xfrm>
            <a:off x="693420" y="5715556"/>
            <a:ext cx="4175760" cy="369332"/>
          </a:xfrm>
          <a:prstGeom prst="rect">
            <a:avLst/>
          </a:prstGeom>
          <a:noFill/>
        </p:spPr>
        <p:txBody>
          <a:bodyPr wrap="square" rtlCol="0">
            <a:spAutoFit/>
          </a:bodyPr>
          <a:lstStyle/>
          <a:p>
            <a:r>
              <a:rPr lang="tr-TR" dirty="0"/>
              <a:t>Görsel: Web sitesinin görüntüsü</a:t>
            </a:r>
          </a:p>
        </p:txBody>
      </p:sp>
      <p:pic>
        <p:nvPicPr>
          <p:cNvPr id="10" name="Resim 9" descr="kalıp, desen, düzen, kare, piksel, çapraz bulmaca içeren bir resim&#10;&#10;Yapay zeka tarafından oluşturulmuş içerik yanlış olabilir.">
            <a:extLst>
              <a:ext uri="{FF2B5EF4-FFF2-40B4-BE49-F238E27FC236}">
                <a16:creationId xmlns:a16="http://schemas.microsoft.com/office/drawing/2014/main" id="{139F040A-3D81-00D8-CC97-5A9987E7BB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7571" y="2186939"/>
            <a:ext cx="2076232" cy="2042161"/>
          </a:xfrm>
          <a:prstGeom prst="rect">
            <a:avLst/>
          </a:prstGeom>
        </p:spPr>
      </p:pic>
      <p:sp>
        <p:nvSpPr>
          <p:cNvPr id="11" name="Metin kutusu 10">
            <a:extLst>
              <a:ext uri="{FF2B5EF4-FFF2-40B4-BE49-F238E27FC236}">
                <a16:creationId xmlns:a16="http://schemas.microsoft.com/office/drawing/2014/main" id="{339EDEA6-4AB4-17C8-1B20-01BC25C96CD9}"/>
              </a:ext>
            </a:extLst>
          </p:cNvPr>
          <p:cNvSpPr txBox="1"/>
          <p:nvPr/>
        </p:nvSpPr>
        <p:spPr>
          <a:xfrm>
            <a:off x="7707571" y="4229100"/>
            <a:ext cx="2644140" cy="923330"/>
          </a:xfrm>
          <a:prstGeom prst="rect">
            <a:avLst/>
          </a:prstGeom>
          <a:noFill/>
        </p:spPr>
        <p:txBody>
          <a:bodyPr wrap="square" rtlCol="0">
            <a:spAutoFit/>
          </a:bodyPr>
          <a:lstStyle/>
          <a:p>
            <a:r>
              <a:rPr lang="tr-TR" dirty="0"/>
              <a:t>Sitenin kullanım videosuna erişim karekodu</a:t>
            </a:r>
          </a:p>
        </p:txBody>
      </p:sp>
      <p:pic>
        <p:nvPicPr>
          <p:cNvPr id="21" name="Resim 20" descr="kalıp, desen, düzen, grafik, piksel, tasarım içeren bir resim&#10;&#10;Yapay zeka tarafından oluşturulmuş içerik yanlış olabilir.">
            <a:extLst>
              <a:ext uri="{FF2B5EF4-FFF2-40B4-BE49-F238E27FC236}">
                <a16:creationId xmlns:a16="http://schemas.microsoft.com/office/drawing/2014/main" id="{D9E42A5A-6A84-24D4-1EF8-3C638C2697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1236" y="2036620"/>
            <a:ext cx="2352500" cy="2352500"/>
          </a:xfrm>
          <a:prstGeom prst="rect">
            <a:avLst/>
          </a:prstGeom>
        </p:spPr>
      </p:pic>
      <p:sp>
        <p:nvSpPr>
          <p:cNvPr id="22" name="Metin kutusu 21">
            <a:extLst>
              <a:ext uri="{FF2B5EF4-FFF2-40B4-BE49-F238E27FC236}">
                <a16:creationId xmlns:a16="http://schemas.microsoft.com/office/drawing/2014/main" id="{B64E1E0F-92A7-B6C1-F0B4-01100E8EF1DC}"/>
              </a:ext>
            </a:extLst>
          </p:cNvPr>
          <p:cNvSpPr txBox="1"/>
          <p:nvPr/>
        </p:nvSpPr>
        <p:spPr>
          <a:xfrm>
            <a:off x="9936480" y="4297680"/>
            <a:ext cx="1905000" cy="646331"/>
          </a:xfrm>
          <a:prstGeom prst="rect">
            <a:avLst/>
          </a:prstGeom>
          <a:noFill/>
        </p:spPr>
        <p:txBody>
          <a:bodyPr wrap="square" rtlCol="0">
            <a:spAutoFit/>
          </a:bodyPr>
          <a:lstStyle/>
          <a:p>
            <a:r>
              <a:rPr lang="tr-TR" dirty="0"/>
              <a:t>Siteye erişim karekodu</a:t>
            </a:r>
          </a:p>
        </p:txBody>
      </p:sp>
      <p:pic>
        <p:nvPicPr>
          <p:cNvPr id="12" name="Resim 11" descr="metin, ekran görüntüsü, yazılım, multimedya yazılımı içeren bir resim&#10;&#10;Yapay zeka tarafından oluşturulmuş içerik yanlış olabilir.">
            <a:extLst>
              <a:ext uri="{FF2B5EF4-FFF2-40B4-BE49-F238E27FC236}">
                <a16:creationId xmlns:a16="http://schemas.microsoft.com/office/drawing/2014/main" id="{DE31958F-D8D0-2F41-8480-0C2503961B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0992" y="2036620"/>
            <a:ext cx="6224016" cy="3497119"/>
          </a:xfrm>
          <a:prstGeom prst="rect">
            <a:avLst/>
          </a:prstGeom>
        </p:spPr>
      </p:pic>
    </p:spTree>
    <p:extLst>
      <p:ext uri="{BB962C8B-B14F-4D97-AF65-F5344CB8AC3E}">
        <p14:creationId xmlns:p14="http://schemas.microsoft.com/office/powerpoint/2010/main" val="3971431532"/>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42094FB-7F9E-8A2E-738E-1A17F7AD4BFD}"/>
              </a:ext>
            </a:extLst>
          </p:cNvPr>
          <p:cNvSpPr>
            <a:spLocks noGrp="1"/>
          </p:cNvSpPr>
          <p:nvPr>
            <p:ph type="title"/>
          </p:nvPr>
        </p:nvSpPr>
        <p:spPr/>
        <p:txBody>
          <a:bodyPr/>
          <a:lstStyle/>
          <a:p>
            <a:r>
              <a:rPr lang="tr-TR" dirty="0">
                <a:latin typeface="Times New Roman" panose="02020603050405020304" pitchFamily="18" charset="0"/>
                <a:cs typeface="Times New Roman" panose="02020603050405020304" pitchFamily="18" charset="0"/>
              </a:rPr>
              <a:t>Yöntem(Sistemin İşleyişi)</a:t>
            </a:r>
          </a:p>
        </p:txBody>
      </p:sp>
      <p:sp>
        <p:nvSpPr>
          <p:cNvPr id="3" name="İçerik Yer Tutucusu 2">
            <a:extLst>
              <a:ext uri="{FF2B5EF4-FFF2-40B4-BE49-F238E27FC236}">
                <a16:creationId xmlns:a16="http://schemas.microsoft.com/office/drawing/2014/main" id="{53F6505D-53D5-B634-4560-8C5E93FC5C6D}"/>
              </a:ext>
            </a:extLst>
          </p:cNvPr>
          <p:cNvSpPr>
            <a:spLocks noGrp="1"/>
          </p:cNvSpPr>
          <p:nvPr>
            <p:ph idx="1"/>
          </p:nvPr>
        </p:nvSpPr>
        <p:spPr>
          <a:xfrm>
            <a:off x="640080" y="2633472"/>
            <a:ext cx="5537200" cy="3566160"/>
          </a:xfrm>
        </p:spPr>
        <p:txBody>
          <a:bodyPr/>
          <a:lstStyle/>
          <a:p>
            <a:r>
              <a:rPr lang="tr-TR" dirty="0">
                <a:latin typeface="Times New Roman" panose="02020603050405020304" pitchFamily="18" charset="0"/>
                <a:cs typeface="Times New Roman" panose="02020603050405020304" pitchFamily="18" charset="0"/>
              </a:rPr>
              <a:t>Bu sistem, kullanıcı kararlarını duygusal parametrelerle analiz eden etkileşimli bir hikâye motorudur. Her seçim, anlatının yönünü ve psikolojik atmosferini belirler; bu veriler yapay zekâya bağlam olarak aktarılır. Böylece insan ve yapay zekânın birlikte şekillendirdiği bir ortak yazarlık deneyimi ortaya çıkar.</a:t>
            </a:r>
          </a:p>
        </p:txBody>
      </p:sp>
      <p:sp>
        <p:nvSpPr>
          <p:cNvPr id="4" name="Slayt Numarası Yer Tutucusu 3">
            <a:extLst>
              <a:ext uri="{FF2B5EF4-FFF2-40B4-BE49-F238E27FC236}">
                <a16:creationId xmlns:a16="http://schemas.microsoft.com/office/drawing/2014/main" id="{A1E9AFE1-8329-AAFA-6A40-3AF2C31E64F4}"/>
              </a:ext>
            </a:extLst>
          </p:cNvPr>
          <p:cNvSpPr>
            <a:spLocks noGrp="1"/>
          </p:cNvSpPr>
          <p:nvPr>
            <p:ph type="sldNum" sz="quarter" idx="12"/>
          </p:nvPr>
        </p:nvSpPr>
        <p:spPr/>
        <p:txBody>
          <a:bodyPr/>
          <a:lstStyle/>
          <a:p>
            <a:fld id="{70C12960-6E85-460F-B6E3-5B82CB31AF3D}" type="slidenum">
              <a:rPr lang="en-US" smtClean="0"/>
              <a:t>11</a:t>
            </a:fld>
            <a:endParaRPr lang="en-US"/>
          </a:p>
        </p:txBody>
      </p:sp>
      <p:pic>
        <p:nvPicPr>
          <p:cNvPr id="6" name="Resim 5" descr="metin, ekran görüntüsü, yazılım, multimedya yazılımı içeren bir resim&#10;&#10;Yapay zeka tarafından oluşturulmuş içerik yanlış olabilir.">
            <a:extLst>
              <a:ext uri="{FF2B5EF4-FFF2-40B4-BE49-F238E27FC236}">
                <a16:creationId xmlns:a16="http://schemas.microsoft.com/office/drawing/2014/main" id="{5B37ADAB-3C2A-C691-8F74-80A57E04C6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4839" y="2468881"/>
            <a:ext cx="4947160" cy="3017518"/>
          </a:xfrm>
          <a:prstGeom prst="rect">
            <a:avLst/>
          </a:prstGeom>
        </p:spPr>
      </p:pic>
      <p:sp>
        <p:nvSpPr>
          <p:cNvPr id="7" name="Metin kutusu 6">
            <a:extLst>
              <a:ext uri="{FF2B5EF4-FFF2-40B4-BE49-F238E27FC236}">
                <a16:creationId xmlns:a16="http://schemas.microsoft.com/office/drawing/2014/main" id="{EE3E49FF-6FE9-04E9-52BC-BAF63ADC7FE9}"/>
              </a:ext>
            </a:extLst>
          </p:cNvPr>
          <p:cNvSpPr txBox="1"/>
          <p:nvPr/>
        </p:nvSpPr>
        <p:spPr>
          <a:xfrm>
            <a:off x="6929120" y="5618480"/>
            <a:ext cx="4852879" cy="369332"/>
          </a:xfrm>
          <a:prstGeom prst="rect">
            <a:avLst/>
          </a:prstGeom>
          <a:noFill/>
        </p:spPr>
        <p:txBody>
          <a:bodyPr wrap="square" rtlCol="0">
            <a:spAutoFit/>
          </a:bodyPr>
          <a:lstStyle/>
          <a:p>
            <a:r>
              <a:rPr lang="tr-TR" dirty="0"/>
              <a:t>Görsel: Sitenin yazılımı</a:t>
            </a:r>
          </a:p>
        </p:txBody>
      </p:sp>
    </p:spTree>
    <p:extLst>
      <p:ext uri="{BB962C8B-B14F-4D97-AF65-F5344CB8AC3E}">
        <p14:creationId xmlns:p14="http://schemas.microsoft.com/office/powerpoint/2010/main" val="1529635821"/>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Resim 6">
            <a:extLst>
              <a:ext uri="{FF2B5EF4-FFF2-40B4-BE49-F238E27FC236}">
                <a16:creationId xmlns:a16="http://schemas.microsoft.com/office/drawing/2014/main" id="{09E4F51E-882D-BFD7-454C-AA18C8B364B5}"/>
              </a:ext>
            </a:extLst>
          </p:cNvPr>
          <p:cNvPicPr>
            <a:picLocks noChangeAspect="1"/>
          </p:cNvPicPr>
          <p:nvPr/>
        </p:nvPicPr>
        <p:blipFill>
          <a:blip r:embed="rId2">
            <a:alphaModFix amt="10000"/>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3203A6F0-2463-CE45-9057-9C72B6CC01C4}"/>
              </a:ext>
            </a:extLst>
          </p:cNvPr>
          <p:cNvSpPr>
            <a:spLocks noGrp="1"/>
          </p:cNvSpPr>
          <p:nvPr>
            <p:ph type="title"/>
          </p:nvPr>
        </p:nvSpPr>
        <p:spPr/>
        <p:txBody>
          <a:bodyPr/>
          <a:lstStyle/>
          <a:p>
            <a:r>
              <a:rPr lang="tr-TR" dirty="0">
                <a:latin typeface="Times New Roman" panose="02020603050405020304" pitchFamily="18" charset="0"/>
                <a:cs typeface="Times New Roman" panose="02020603050405020304" pitchFamily="18" charset="0"/>
              </a:rPr>
              <a:t>Yöntem(Duygu Analizi)</a:t>
            </a:r>
          </a:p>
        </p:txBody>
      </p:sp>
      <p:sp>
        <p:nvSpPr>
          <p:cNvPr id="3" name="İçerik Yer Tutucusu 2">
            <a:extLst>
              <a:ext uri="{FF2B5EF4-FFF2-40B4-BE49-F238E27FC236}">
                <a16:creationId xmlns:a16="http://schemas.microsoft.com/office/drawing/2014/main" id="{6E901FAF-1862-380B-648D-7822F0A66B3E}"/>
              </a:ext>
            </a:extLst>
          </p:cNvPr>
          <p:cNvSpPr>
            <a:spLocks noGrp="1"/>
          </p:cNvSpPr>
          <p:nvPr>
            <p:ph idx="1"/>
          </p:nvPr>
        </p:nvSpPr>
        <p:spPr/>
        <p:txBody>
          <a:bodyPr/>
          <a:lstStyle/>
          <a:p>
            <a:pPr marL="0" indent="0">
              <a:buNone/>
            </a:pPr>
            <a:r>
              <a:rPr lang="tr-TR" dirty="0">
                <a:latin typeface="Times New Roman" panose="02020603050405020304" pitchFamily="18" charset="0"/>
                <a:cs typeface="Times New Roman" panose="02020603050405020304" pitchFamily="18" charset="0"/>
              </a:rPr>
              <a:t>Duygu Analizi Nasıl Yapılıyor? </a:t>
            </a:r>
          </a:p>
          <a:p>
            <a:r>
              <a:rPr lang="tr-TR" dirty="0">
                <a:latin typeface="Times New Roman" panose="02020603050405020304" pitchFamily="18" charset="0"/>
                <a:cs typeface="Times New Roman" panose="02020603050405020304" pitchFamily="18" charset="0"/>
              </a:rPr>
              <a:t>Kullanıcının yazdığı metin doğal dil işleme yöntemleriyle analiz edilir.</a:t>
            </a:r>
          </a:p>
          <a:p>
            <a:r>
              <a:rPr lang="tr-TR" dirty="0">
                <a:latin typeface="Times New Roman" panose="02020603050405020304" pitchFamily="18" charset="0"/>
                <a:cs typeface="Times New Roman" panose="02020603050405020304" pitchFamily="18" charset="0"/>
              </a:rPr>
              <a:t> Metindeki ifadeler, duygu etiketleriyle eğitilmiş dil modelleriyle karşılaştırılır.</a:t>
            </a:r>
          </a:p>
          <a:p>
            <a:r>
              <a:rPr lang="tr-TR" dirty="0">
                <a:latin typeface="Times New Roman" panose="02020603050405020304" pitchFamily="18" charset="0"/>
                <a:cs typeface="Times New Roman" panose="02020603050405020304" pitchFamily="18" charset="0"/>
              </a:rPr>
              <a:t> Baskın duygu ve yoğunluk değeri hesaplanır.</a:t>
            </a:r>
          </a:p>
          <a:p>
            <a:r>
              <a:rPr lang="tr-TR" dirty="0">
                <a:latin typeface="Times New Roman" panose="02020603050405020304" pitchFamily="18" charset="0"/>
                <a:cs typeface="Times New Roman" panose="02020603050405020304" pitchFamily="18" charset="0"/>
              </a:rPr>
              <a:t> Bu duygusal profil, hikâyenin atmosferini belirler.</a:t>
            </a:r>
          </a:p>
        </p:txBody>
      </p:sp>
      <p:sp>
        <p:nvSpPr>
          <p:cNvPr id="4" name="Slayt Numarası Yer Tutucusu 3">
            <a:extLst>
              <a:ext uri="{FF2B5EF4-FFF2-40B4-BE49-F238E27FC236}">
                <a16:creationId xmlns:a16="http://schemas.microsoft.com/office/drawing/2014/main" id="{2AE18F95-8BB1-A91D-E751-A9EB46D478AB}"/>
              </a:ext>
            </a:extLst>
          </p:cNvPr>
          <p:cNvSpPr>
            <a:spLocks noGrp="1"/>
          </p:cNvSpPr>
          <p:nvPr>
            <p:ph type="sldNum" sz="quarter" idx="12"/>
          </p:nvPr>
        </p:nvSpPr>
        <p:spPr/>
        <p:txBody>
          <a:bodyPr/>
          <a:lstStyle/>
          <a:p>
            <a:fld id="{70C12960-6E85-460F-B6E3-5B82CB31AF3D}" type="slidenum">
              <a:rPr lang="en-US" smtClean="0"/>
              <a:t>12</a:t>
            </a:fld>
            <a:endParaRPr lang="en-US"/>
          </a:p>
        </p:txBody>
      </p:sp>
    </p:spTree>
    <p:extLst>
      <p:ext uri="{BB962C8B-B14F-4D97-AF65-F5344CB8AC3E}">
        <p14:creationId xmlns:p14="http://schemas.microsoft.com/office/powerpoint/2010/main" val="4145220624"/>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00791E9-DB1E-1FDA-8872-8FCFCDDF3C61}"/>
              </a:ext>
            </a:extLst>
          </p:cNvPr>
          <p:cNvSpPr>
            <a:spLocks noGrp="1"/>
          </p:cNvSpPr>
          <p:nvPr>
            <p:ph type="title"/>
          </p:nvPr>
        </p:nvSpPr>
        <p:spPr/>
        <p:txBody>
          <a:bodyPr/>
          <a:lstStyle/>
          <a:p>
            <a:r>
              <a:rPr lang="tr-TR" dirty="0">
                <a:latin typeface="Times New Roman" panose="02020603050405020304" pitchFamily="18" charset="0"/>
                <a:cs typeface="Times New Roman" panose="02020603050405020304" pitchFamily="18" charset="0"/>
              </a:rPr>
              <a:t>Bulgular</a:t>
            </a:r>
          </a:p>
        </p:txBody>
      </p:sp>
      <p:sp>
        <p:nvSpPr>
          <p:cNvPr id="3" name="İçerik Yer Tutucusu 2">
            <a:extLst>
              <a:ext uri="{FF2B5EF4-FFF2-40B4-BE49-F238E27FC236}">
                <a16:creationId xmlns:a16="http://schemas.microsoft.com/office/drawing/2014/main" id="{13C081C4-B9CF-A613-A158-3ED4BAB11DFB}"/>
              </a:ext>
            </a:extLst>
          </p:cNvPr>
          <p:cNvSpPr>
            <a:spLocks noGrp="1"/>
          </p:cNvSpPr>
          <p:nvPr>
            <p:ph idx="1"/>
          </p:nvPr>
        </p:nvSpPr>
        <p:spPr/>
        <p:txBody>
          <a:bodyPr>
            <a:normAutofit/>
          </a:bodyPr>
          <a:lstStyle/>
          <a:p>
            <a:r>
              <a:rPr lang="tr-TR" dirty="0">
                <a:latin typeface="Times New Roman" panose="02020603050405020304" pitchFamily="18" charset="0"/>
                <a:cs typeface="Times New Roman" panose="02020603050405020304" pitchFamily="18" charset="0"/>
              </a:rPr>
              <a:t>Geliştirilen doğrusal olmayan otonom hikâye üretim sistemi, farklı kullanıcı tercihleri ve duygu senaryoları kullanılarak test edilmiştir.</a:t>
            </a:r>
          </a:p>
          <a:p>
            <a:r>
              <a:rPr lang="tr-TR" dirty="0">
                <a:latin typeface="Times New Roman" panose="02020603050405020304" pitchFamily="18" charset="0"/>
                <a:cs typeface="Times New Roman" panose="02020603050405020304" pitchFamily="18" charset="0"/>
              </a:rPr>
              <a:t>Yapılan uygulamalar sonucunda, aynı başlangıç anlatısına sahip olmasına rağmen, farklı tercih ve duygu girdilerinin </a:t>
            </a:r>
            <a:r>
              <a:rPr lang="tr-TR" b="1" dirty="0">
                <a:latin typeface="Times New Roman" panose="02020603050405020304" pitchFamily="18" charset="0"/>
                <a:cs typeface="Times New Roman" panose="02020603050405020304" pitchFamily="18" charset="0"/>
              </a:rPr>
              <a:t>farklı hikâye dallanmaları ve anlatı sonuçları</a:t>
            </a:r>
            <a:r>
              <a:rPr lang="tr-TR" dirty="0">
                <a:latin typeface="Times New Roman" panose="02020603050405020304" pitchFamily="18" charset="0"/>
                <a:cs typeface="Times New Roman" panose="02020603050405020304" pitchFamily="18" charset="0"/>
              </a:rPr>
              <a:t> oluşturduğu gözlemlenmiştir.</a:t>
            </a:r>
          </a:p>
        </p:txBody>
      </p:sp>
      <p:sp>
        <p:nvSpPr>
          <p:cNvPr id="4" name="Slayt Numarası Yer Tutucusu 3">
            <a:extLst>
              <a:ext uri="{FF2B5EF4-FFF2-40B4-BE49-F238E27FC236}">
                <a16:creationId xmlns:a16="http://schemas.microsoft.com/office/drawing/2014/main" id="{449E583D-42C8-3DF4-03DE-6851FF99DCC9}"/>
              </a:ext>
            </a:extLst>
          </p:cNvPr>
          <p:cNvSpPr>
            <a:spLocks noGrp="1"/>
          </p:cNvSpPr>
          <p:nvPr>
            <p:ph type="sldNum" sz="quarter" idx="12"/>
          </p:nvPr>
        </p:nvSpPr>
        <p:spPr/>
        <p:txBody>
          <a:bodyPr/>
          <a:lstStyle/>
          <a:p>
            <a:fld id="{70C12960-6E85-460F-B6E3-5B82CB31AF3D}" type="slidenum">
              <a:rPr lang="en-US" smtClean="0"/>
              <a:t>13</a:t>
            </a:fld>
            <a:endParaRPr lang="en-US"/>
          </a:p>
        </p:txBody>
      </p:sp>
    </p:spTree>
    <p:extLst>
      <p:ext uri="{BB962C8B-B14F-4D97-AF65-F5344CB8AC3E}">
        <p14:creationId xmlns:p14="http://schemas.microsoft.com/office/powerpoint/2010/main" val="3392665555"/>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47" name="Rectangle 10246">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6B68720A-233F-79E7-425F-3D22C408B072}"/>
              </a:ext>
            </a:extLst>
          </p:cNvPr>
          <p:cNvSpPr>
            <a:spLocks noGrp="1"/>
          </p:cNvSpPr>
          <p:nvPr>
            <p:ph type="title"/>
          </p:nvPr>
        </p:nvSpPr>
        <p:spPr>
          <a:xfrm>
            <a:off x="640079" y="914400"/>
            <a:ext cx="4261104" cy="1097280"/>
          </a:xfrm>
        </p:spPr>
        <p:txBody>
          <a:bodyPr anchor="t">
            <a:normAutofit/>
          </a:bodyPr>
          <a:lstStyle/>
          <a:p>
            <a:r>
              <a:rPr lang="tr-TR" sz="3600">
                <a:latin typeface="Times New Roman" panose="02020603050405020304" pitchFamily="18" charset="0"/>
                <a:cs typeface="Times New Roman" panose="02020603050405020304" pitchFamily="18" charset="0"/>
              </a:rPr>
              <a:t>Bulgular</a:t>
            </a:r>
          </a:p>
        </p:txBody>
      </p:sp>
      <p:sp>
        <p:nvSpPr>
          <p:cNvPr id="3" name="İçerik Yer Tutucusu 2">
            <a:extLst>
              <a:ext uri="{FF2B5EF4-FFF2-40B4-BE49-F238E27FC236}">
                <a16:creationId xmlns:a16="http://schemas.microsoft.com/office/drawing/2014/main" id="{447754B6-4777-FD80-E219-ECABBD8BC86C}"/>
              </a:ext>
            </a:extLst>
          </p:cNvPr>
          <p:cNvSpPr>
            <a:spLocks noGrp="1"/>
          </p:cNvSpPr>
          <p:nvPr>
            <p:ph idx="1"/>
          </p:nvPr>
        </p:nvSpPr>
        <p:spPr>
          <a:xfrm>
            <a:off x="640079" y="2176036"/>
            <a:ext cx="4261104" cy="4121887"/>
          </a:xfrm>
        </p:spPr>
        <p:txBody>
          <a:bodyPr>
            <a:normAutofit/>
          </a:bodyPr>
          <a:lstStyle/>
          <a:p>
            <a:pPr>
              <a:lnSpc>
                <a:spcPct val="110000"/>
              </a:lnSpc>
            </a:pPr>
            <a:r>
              <a:rPr lang="tr-TR" dirty="0">
                <a:latin typeface="Times New Roman" panose="02020603050405020304" pitchFamily="18" charset="0"/>
                <a:cs typeface="Times New Roman" panose="02020603050405020304" pitchFamily="18" charset="0"/>
              </a:rPr>
              <a:t>Yapay zekâ modülünün sisteme entegre edilmesinden önce gerçekleştirilen testlerde, senaryo temelli dallanmaların tutarlı biçimde çalıştığı belirlenmiştir. Entegrasyon sonrasında ise, anlatı çeşitliliğinin arttığı ve hikâye akışının daha esnek bir yapı kazandığı tespit edilmiştir.</a:t>
            </a:r>
          </a:p>
        </p:txBody>
      </p:sp>
      <p:pic>
        <p:nvPicPr>
          <p:cNvPr id="10242" name="Picture 2" descr="2026'da Avrupa'nın dijital politika gündeminde neler var? - Ekonomim">
            <a:extLst>
              <a:ext uri="{FF2B5EF4-FFF2-40B4-BE49-F238E27FC236}">
                <a16:creationId xmlns:a16="http://schemas.microsoft.com/office/drawing/2014/main" id="{5959E602-143C-BBFC-31A7-9F328A78233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565" t="811" r="10765" b="-813"/>
          <a:stretch>
            <a:fillRect/>
          </a:stretch>
        </p:blipFill>
        <p:spPr bwMode="auto">
          <a:xfrm>
            <a:off x="6096000" y="2270928"/>
            <a:ext cx="5803047" cy="3996993"/>
          </a:xfrm>
          <a:prstGeom prst="rect">
            <a:avLst/>
          </a:prstGeom>
          <a:noFill/>
          <a:extLst>
            <a:ext uri="{909E8E84-426E-40DD-AFC4-6F175D3DCCD1}">
              <a14:hiddenFill xmlns:a14="http://schemas.microsoft.com/office/drawing/2010/main">
                <a:solidFill>
                  <a:srgbClr val="FFFFFF"/>
                </a:solidFill>
              </a14:hiddenFill>
            </a:ext>
          </a:extLst>
        </p:spPr>
      </p:pic>
      <p:cxnSp>
        <p:nvCxnSpPr>
          <p:cNvPr id="10249" name="Straight Connector 10248">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72328" y="6267921"/>
            <a:ext cx="6519672" cy="2"/>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Slayt Numarası Yer Tutucusu 3">
            <a:extLst>
              <a:ext uri="{FF2B5EF4-FFF2-40B4-BE49-F238E27FC236}">
                <a16:creationId xmlns:a16="http://schemas.microsoft.com/office/drawing/2014/main" id="{11F66ABE-A611-E762-C7C3-3B4DF34E295B}"/>
              </a:ext>
            </a:extLst>
          </p:cNvPr>
          <p:cNvSpPr>
            <a:spLocks noGrp="1"/>
          </p:cNvSpPr>
          <p:nvPr>
            <p:ph type="sldNum" sz="quarter" idx="12"/>
          </p:nvPr>
        </p:nvSpPr>
        <p:spPr>
          <a:xfrm>
            <a:off x="10807995" y="6356350"/>
            <a:ext cx="723014" cy="365125"/>
          </a:xfrm>
        </p:spPr>
        <p:txBody>
          <a:bodyPr>
            <a:normAutofit/>
          </a:bodyPr>
          <a:lstStyle/>
          <a:p>
            <a:pPr>
              <a:spcAft>
                <a:spcPts val="600"/>
              </a:spcAft>
            </a:pPr>
            <a:fld id="{70C12960-6E85-460F-B6E3-5B82CB31AF3D}" type="slidenum">
              <a:rPr lang="en-US" smtClean="0"/>
              <a:pPr>
                <a:spcAft>
                  <a:spcPts val="600"/>
                </a:spcAft>
              </a:pPr>
              <a:t>14</a:t>
            </a:fld>
            <a:endParaRPr lang="en-US"/>
          </a:p>
        </p:txBody>
      </p:sp>
    </p:spTree>
    <p:extLst>
      <p:ext uri="{BB962C8B-B14F-4D97-AF65-F5344CB8AC3E}">
        <p14:creationId xmlns:p14="http://schemas.microsoft.com/office/powerpoint/2010/main" val="3322675282"/>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F54E0F7-C105-BCC2-E8A6-3CD24D31DE91}"/>
              </a:ext>
            </a:extLst>
          </p:cNvPr>
          <p:cNvSpPr>
            <a:spLocks noGrp="1"/>
          </p:cNvSpPr>
          <p:nvPr>
            <p:ph type="title"/>
          </p:nvPr>
        </p:nvSpPr>
        <p:spPr/>
        <p:txBody>
          <a:bodyPr/>
          <a:lstStyle/>
          <a:p>
            <a:r>
              <a:rPr lang="tr-TR" dirty="0">
                <a:latin typeface="Times New Roman" panose="02020603050405020304" pitchFamily="18" charset="0"/>
                <a:cs typeface="Times New Roman" panose="02020603050405020304" pitchFamily="18" charset="0"/>
              </a:rPr>
              <a:t>Bulgular</a:t>
            </a:r>
          </a:p>
        </p:txBody>
      </p:sp>
      <p:sp>
        <p:nvSpPr>
          <p:cNvPr id="3" name="İçerik Yer Tutucusu 2">
            <a:extLst>
              <a:ext uri="{FF2B5EF4-FFF2-40B4-BE49-F238E27FC236}">
                <a16:creationId xmlns:a16="http://schemas.microsoft.com/office/drawing/2014/main" id="{A2BB337C-0421-7054-822B-0A7B6DE102A9}"/>
              </a:ext>
            </a:extLst>
          </p:cNvPr>
          <p:cNvSpPr>
            <a:spLocks noGrp="1"/>
          </p:cNvSpPr>
          <p:nvPr>
            <p:ph idx="1"/>
          </p:nvPr>
        </p:nvSpPr>
        <p:spPr>
          <a:xfrm>
            <a:off x="640080" y="2633472"/>
            <a:ext cx="10890928" cy="3566160"/>
          </a:xfrm>
        </p:spPr>
        <p:txBody>
          <a:bodyPr/>
          <a:lstStyle/>
          <a:p>
            <a:r>
              <a:rPr lang="tr-TR" dirty="0">
                <a:latin typeface="Times New Roman" panose="02020603050405020304" pitchFamily="18" charset="0"/>
                <a:cs typeface="Times New Roman" panose="02020603050405020304" pitchFamily="18" charset="0"/>
              </a:rPr>
              <a:t>Duygu analizinin karar mekanizmasına dâhil edilmesiyle, hikâye geçişlerinin yalnızca tercih temelli sistemlere kıyasla </a:t>
            </a:r>
            <a:r>
              <a:rPr lang="tr-TR" b="1" dirty="0">
                <a:latin typeface="Times New Roman" panose="02020603050405020304" pitchFamily="18" charset="0"/>
                <a:cs typeface="Times New Roman" panose="02020603050405020304" pitchFamily="18" charset="0"/>
              </a:rPr>
              <a:t>daha bağlamsal ve kullanıcıya uyumlu</a:t>
            </a:r>
            <a:r>
              <a:rPr lang="tr-TR" dirty="0">
                <a:latin typeface="Times New Roman" panose="02020603050405020304" pitchFamily="18" charset="0"/>
                <a:cs typeface="Times New Roman" panose="02020603050405020304" pitchFamily="18" charset="0"/>
              </a:rPr>
              <a:t> olduğu gözlemlenmiştir.</a:t>
            </a:r>
          </a:p>
          <a:p>
            <a:endParaRPr lang="tr-TR" dirty="0"/>
          </a:p>
        </p:txBody>
      </p:sp>
      <p:sp>
        <p:nvSpPr>
          <p:cNvPr id="4" name="Slayt Numarası Yer Tutucusu 3">
            <a:extLst>
              <a:ext uri="{FF2B5EF4-FFF2-40B4-BE49-F238E27FC236}">
                <a16:creationId xmlns:a16="http://schemas.microsoft.com/office/drawing/2014/main" id="{7496AD2E-8993-FD56-1D17-DDE989B64360}"/>
              </a:ext>
            </a:extLst>
          </p:cNvPr>
          <p:cNvSpPr>
            <a:spLocks noGrp="1"/>
          </p:cNvSpPr>
          <p:nvPr>
            <p:ph type="sldNum" sz="quarter" idx="12"/>
          </p:nvPr>
        </p:nvSpPr>
        <p:spPr/>
        <p:txBody>
          <a:bodyPr/>
          <a:lstStyle/>
          <a:p>
            <a:fld id="{70C12960-6E85-460F-B6E3-5B82CB31AF3D}" type="slidenum">
              <a:rPr lang="en-US" smtClean="0"/>
              <a:t>15</a:t>
            </a:fld>
            <a:endParaRPr lang="en-US"/>
          </a:p>
        </p:txBody>
      </p:sp>
    </p:spTree>
    <p:extLst>
      <p:ext uri="{BB962C8B-B14F-4D97-AF65-F5344CB8AC3E}">
        <p14:creationId xmlns:p14="http://schemas.microsoft.com/office/powerpoint/2010/main" val="771776958"/>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B7D4A09-B284-1EB8-DA41-D637DE3F2F2B}"/>
              </a:ext>
            </a:extLst>
          </p:cNvPr>
          <p:cNvSpPr>
            <a:spLocks noGrp="1"/>
          </p:cNvSpPr>
          <p:nvPr>
            <p:ph type="title"/>
          </p:nvPr>
        </p:nvSpPr>
        <p:spPr/>
        <p:txBody>
          <a:bodyPr/>
          <a:lstStyle/>
          <a:p>
            <a:r>
              <a:rPr lang="tr-TR" dirty="0">
                <a:latin typeface="Times New Roman" panose="02020603050405020304" pitchFamily="18" charset="0"/>
                <a:cs typeface="Times New Roman" panose="02020603050405020304" pitchFamily="18" charset="0"/>
              </a:rPr>
              <a:t>Sonuç ve Tartışma</a:t>
            </a:r>
          </a:p>
        </p:txBody>
      </p:sp>
      <p:sp>
        <p:nvSpPr>
          <p:cNvPr id="3" name="İçerik Yer Tutucusu 2">
            <a:extLst>
              <a:ext uri="{FF2B5EF4-FFF2-40B4-BE49-F238E27FC236}">
                <a16:creationId xmlns:a16="http://schemas.microsoft.com/office/drawing/2014/main" id="{C7663884-59BB-4DE6-F533-6477F907C26C}"/>
              </a:ext>
            </a:extLst>
          </p:cNvPr>
          <p:cNvSpPr>
            <a:spLocks noGrp="1"/>
          </p:cNvSpPr>
          <p:nvPr>
            <p:ph idx="1"/>
          </p:nvPr>
        </p:nvSpPr>
        <p:spPr/>
        <p:txBody>
          <a:bodyPr>
            <a:normAutofit/>
          </a:bodyPr>
          <a:lstStyle/>
          <a:p>
            <a:r>
              <a:rPr lang="tr-TR" dirty="0">
                <a:latin typeface="Times New Roman" panose="02020603050405020304" pitchFamily="18" charset="0"/>
                <a:cs typeface="Times New Roman" panose="02020603050405020304" pitchFamily="18" charset="0"/>
              </a:rPr>
              <a:t>Bu çalışmada, kullanıcı tercihleri ve duygu analizine dayalı doğrusal olmayan otonom bir hikâye üretim modeli ele alınmıştır.</a:t>
            </a:r>
          </a:p>
          <a:p>
            <a:r>
              <a:rPr lang="tr-TR" dirty="0">
                <a:latin typeface="Times New Roman" panose="02020603050405020304" pitchFamily="18" charset="0"/>
                <a:cs typeface="Times New Roman" panose="02020603050405020304" pitchFamily="18" charset="0"/>
              </a:rPr>
              <a:t>Geliştirilen anlatı yapısı, hikâye anlatımını doğrusal bir yapıdan çıkararak kullanıcı etkileşimiyle şekillenen dinamik bir süreç olarak ele almaktadır.</a:t>
            </a:r>
          </a:p>
        </p:txBody>
      </p:sp>
      <p:sp>
        <p:nvSpPr>
          <p:cNvPr id="4" name="Slayt Numarası Yer Tutucusu 3">
            <a:extLst>
              <a:ext uri="{FF2B5EF4-FFF2-40B4-BE49-F238E27FC236}">
                <a16:creationId xmlns:a16="http://schemas.microsoft.com/office/drawing/2014/main" id="{32D739A7-AF8F-512B-D02B-71B78F50F683}"/>
              </a:ext>
            </a:extLst>
          </p:cNvPr>
          <p:cNvSpPr>
            <a:spLocks noGrp="1"/>
          </p:cNvSpPr>
          <p:nvPr>
            <p:ph type="sldNum" sz="quarter" idx="12"/>
          </p:nvPr>
        </p:nvSpPr>
        <p:spPr/>
        <p:txBody>
          <a:bodyPr/>
          <a:lstStyle/>
          <a:p>
            <a:fld id="{70C12960-6E85-460F-B6E3-5B82CB31AF3D}" type="slidenum">
              <a:rPr lang="en-US" smtClean="0"/>
              <a:t>16</a:t>
            </a:fld>
            <a:endParaRPr lang="en-US" dirty="0"/>
          </a:p>
        </p:txBody>
      </p:sp>
    </p:spTree>
    <p:extLst>
      <p:ext uri="{BB962C8B-B14F-4D97-AF65-F5344CB8AC3E}">
        <p14:creationId xmlns:p14="http://schemas.microsoft.com/office/powerpoint/2010/main" val="365855862"/>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0189BDE-1283-FA00-E8C4-973E45480941}"/>
              </a:ext>
            </a:extLst>
          </p:cNvPr>
          <p:cNvSpPr>
            <a:spLocks noGrp="1"/>
          </p:cNvSpPr>
          <p:nvPr>
            <p:ph type="title"/>
          </p:nvPr>
        </p:nvSpPr>
        <p:spPr/>
        <p:txBody>
          <a:bodyPr/>
          <a:lstStyle/>
          <a:p>
            <a:r>
              <a:rPr lang="tr-TR">
                <a:latin typeface="Times New Roman" panose="02020603050405020304" pitchFamily="18" charset="0"/>
                <a:cs typeface="Times New Roman" panose="02020603050405020304" pitchFamily="18" charset="0"/>
              </a:rPr>
              <a:t>Sonuç ve Tartışma</a:t>
            </a:r>
            <a:endParaRPr lang="tr-TR" dirty="0">
              <a:latin typeface="Times New Roman" panose="02020603050405020304" pitchFamily="18" charset="0"/>
              <a:cs typeface="Times New Roman" panose="02020603050405020304" pitchFamily="18" charset="0"/>
            </a:endParaRPr>
          </a:p>
        </p:txBody>
      </p:sp>
      <p:sp>
        <p:nvSpPr>
          <p:cNvPr id="3" name="İçerik Yer Tutucusu 2">
            <a:extLst>
              <a:ext uri="{FF2B5EF4-FFF2-40B4-BE49-F238E27FC236}">
                <a16:creationId xmlns:a16="http://schemas.microsoft.com/office/drawing/2014/main" id="{59A86A6F-22D2-8CBE-AE4C-462E30B2CC02}"/>
              </a:ext>
            </a:extLst>
          </p:cNvPr>
          <p:cNvSpPr>
            <a:spLocks noGrp="1"/>
          </p:cNvSpPr>
          <p:nvPr>
            <p:ph idx="1"/>
          </p:nvPr>
        </p:nvSpPr>
        <p:spPr>
          <a:xfrm>
            <a:off x="640080" y="2633472"/>
            <a:ext cx="10890928" cy="3566160"/>
          </a:xfrm>
        </p:spPr>
        <p:txBody>
          <a:bodyPr>
            <a:normAutofit fontScale="92500" lnSpcReduction="10000"/>
          </a:bodyPr>
          <a:lstStyle/>
          <a:p>
            <a:r>
              <a:rPr lang="tr-TR" dirty="0">
                <a:latin typeface="Times New Roman" panose="02020603050405020304" pitchFamily="18" charset="0"/>
                <a:cs typeface="Times New Roman" panose="02020603050405020304" pitchFamily="18" charset="0"/>
              </a:rPr>
              <a:t>Model, kullanıcının pasif bir okuyucu yerine anlatı sürecine yön veren aktif bir özne olarak konumlandırılabileceğini göstermektedir.</a:t>
            </a:r>
          </a:p>
          <a:p>
            <a:r>
              <a:rPr lang="tr-TR" dirty="0">
                <a:latin typeface="Times New Roman" panose="02020603050405020304" pitchFamily="18" charset="0"/>
                <a:cs typeface="Times New Roman" panose="02020603050405020304" pitchFamily="18" charset="0"/>
              </a:rPr>
              <a:t>Bu yaklaşım, Türkiye Maarif </a:t>
            </a:r>
            <a:r>
              <a:rPr lang="tr-TR" dirty="0" err="1">
                <a:latin typeface="Times New Roman" panose="02020603050405020304" pitchFamily="18" charset="0"/>
                <a:cs typeface="Times New Roman" panose="02020603050405020304" pitchFamily="18" charset="0"/>
              </a:rPr>
              <a:t>Modeli’nde</a:t>
            </a:r>
            <a:r>
              <a:rPr lang="tr-TR" dirty="0">
                <a:latin typeface="Times New Roman" panose="02020603050405020304" pitchFamily="18" charset="0"/>
                <a:cs typeface="Times New Roman" panose="02020603050405020304" pitchFamily="18" charset="0"/>
              </a:rPr>
              <a:t> vurgulanan öğrenen merkezli yapı, bireysel farklılıkların dikkate alınması ve duygusal boyutun öğrenme sürecine dâhil edilmesi ilkeleriyle örtüşmektedir.</a:t>
            </a:r>
          </a:p>
          <a:p>
            <a:r>
              <a:rPr lang="tr-TR" dirty="0">
                <a:latin typeface="Times New Roman" panose="02020603050405020304" pitchFamily="18" charset="0"/>
                <a:cs typeface="Times New Roman" panose="02020603050405020304" pitchFamily="18" charset="0"/>
              </a:rPr>
              <a:t>Bu yönüyle çalışma, Roland </a:t>
            </a:r>
            <a:r>
              <a:rPr lang="tr-TR" dirty="0" err="1">
                <a:latin typeface="Times New Roman" panose="02020603050405020304" pitchFamily="18" charset="0"/>
                <a:cs typeface="Times New Roman" panose="02020603050405020304" pitchFamily="18" charset="0"/>
              </a:rPr>
              <a:t>Barthes’ın</a:t>
            </a:r>
            <a:r>
              <a:rPr lang="tr-TR" dirty="0">
                <a:latin typeface="Times New Roman" panose="02020603050405020304" pitchFamily="18" charset="0"/>
                <a:cs typeface="Times New Roman" panose="02020603050405020304" pitchFamily="18" charset="0"/>
              </a:rPr>
              <a:t> “Yazarın Ölümü” kavramında ortaya koyduğu, anlamın tekil bir otoriteden bağımsızlaşması düşüncesiyle örtüşmektedir.</a:t>
            </a:r>
          </a:p>
          <a:p>
            <a:r>
              <a:rPr lang="tr-TR" dirty="0">
                <a:latin typeface="Times New Roman" panose="02020603050405020304" pitchFamily="18" charset="0"/>
                <a:cs typeface="Times New Roman" panose="02020603050405020304" pitchFamily="18" charset="0"/>
              </a:rPr>
              <a:t>Ancak geliştirilen yapı, </a:t>
            </a:r>
            <a:r>
              <a:rPr lang="tr-TR" dirty="0" err="1">
                <a:latin typeface="Times New Roman" panose="02020603050405020304" pitchFamily="18" charset="0"/>
                <a:cs typeface="Times New Roman" panose="02020603050405020304" pitchFamily="18" charset="0"/>
              </a:rPr>
              <a:t>Barthes’ın</a:t>
            </a:r>
            <a:r>
              <a:rPr lang="tr-TR" dirty="0">
                <a:latin typeface="Times New Roman" panose="02020603050405020304" pitchFamily="18" charset="0"/>
                <a:cs typeface="Times New Roman" panose="02020603050405020304" pitchFamily="18" charset="0"/>
              </a:rPr>
              <a:t> “okurun doğuşu” vurgusunu bir adım ileri taşıyarak, anlamın bireysel bir okuyucudan ziyade, kullanıcı tercihleri ve sistemin birlikte ürettiği kolektif bir zihinsel süreç içinde oluşabileceğini düşündürmektedir.</a:t>
            </a:r>
          </a:p>
        </p:txBody>
      </p:sp>
      <p:sp>
        <p:nvSpPr>
          <p:cNvPr id="4" name="Slayt Numarası Yer Tutucusu 3">
            <a:extLst>
              <a:ext uri="{FF2B5EF4-FFF2-40B4-BE49-F238E27FC236}">
                <a16:creationId xmlns:a16="http://schemas.microsoft.com/office/drawing/2014/main" id="{88EE0DDE-E5C5-07AA-7D15-EEAB2B8D6911}"/>
              </a:ext>
            </a:extLst>
          </p:cNvPr>
          <p:cNvSpPr>
            <a:spLocks noGrp="1"/>
          </p:cNvSpPr>
          <p:nvPr>
            <p:ph type="sldNum" sz="quarter" idx="12"/>
          </p:nvPr>
        </p:nvSpPr>
        <p:spPr/>
        <p:txBody>
          <a:bodyPr/>
          <a:lstStyle/>
          <a:p>
            <a:fld id="{70C12960-6E85-460F-B6E3-5B82CB31AF3D}" type="slidenum">
              <a:rPr lang="en-US" smtClean="0"/>
              <a:t>17</a:t>
            </a:fld>
            <a:endParaRPr lang="en-US"/>
          </a:p>
        </p:txBody>
      </p:sp>
    </p:spTree>
    <p:extLst>
      <p:ext uri="{BB962C8B-B14F-4D97-AF65-F5344CB8AC3E}">
        <p14:creationId xmlns:p14="http://schemas.microsoft.com/office/powerpoint/2010/main" val="2281061906"/>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FB303EC-4C57-A7CE-187A-F744DCF745FA}"/>
              </a:ext>
            </a:extLst>
          </p:cNvPr>
          <p:cNvSpPr>
            <a:spLocks noGrp="1"/>
          </p:cNvSpPr>
          <p:nvPr>
            <p:ph type="title"/>
          </p:nvPr>
        </p:nvSpPr>
        <p:spPr/>
        <p:txBody>
          <a:bodyPr>
            <a:normAutofit/>
          </a:bodyPr>
          <a:lstStyle/>
          <a:p>
            <a:r>
              <a:rPr lang="tr-TR" dirty="0">
                <a:latin typeface="Times New Roman" panose="02020603050405020304" pitchFamily="18" charset="0"/>
                <a:cs typeface="Times New Roman" panose="02020603050405020304" pitchFamily="18" charset="0"/>
              </a:rPr>
              <a:t>Öneriler</a:t>
            </a:r>
          </a:p>
        </p:txBody>
      </p:sp>
      <p:sp>
        <p:nvSpPr>
          <p:cNvPr id="3" name="İçerik Yer Tutucusu 2">
            <a:extLst>
              <a:ext uri="{FF2B5EF4-FFF2-40B4-BE49-F238E27FC236}">
                <a16:creationId xmlns:a16="http://schemas.microsoft.com/office/drawing/2014/main" id="{7B139688-F5FD-327F-B6E7-AC5333A7DC35}"/>
              </a:ext>
            </a:extLst>
          </p:cNvPr>
          <p:cNvSpPr>
            <a:spLocks noGrp="1"/>
          </p:cNvSpPr>
          <p:nvPr>
            <p:ph idx="1"/>
          </p:nvPr>
        </p:nvSpPr>
        <p:spPr/>
        <p:txBody>
          <a:bodyPr/>
          <a:lstStyle/>
          <a:p>
            <a:pPr marL="0" indent="0">
              <a:buNone/>
            </a:pPr>
            <a:r>
              <a:rPr lang="tr-TR" dirty="0">
                <a:latin typeface="Times New Roman" panose="02020603050405020304" pitchFamily="18" charset="0"/>
                <a:cs typeface="Times New Roman" panose="02020603050405020304" pitchFamily="18" charset="0"/>
              </a:rPr>
              <a:t>1) Sistemin mevcut metin tabanlı yapısı, görsel ve işitsel üretim modelleriyle zenginleştirilebilir.</a:t>
            </a:r>
          </a:p>
          <a:p>
            <a:pPr marL="0" indent="0">
              <a:buNone/>
            </a:pPr>
            <a:r>
              <a:rPr lang="tr-TR" dirty="0">
                <a:latin typeface="Times New Roman" panose="02020603050405020304" pitchFamily="18" charset="0"/>
                <a:cs typeface="Times New Roman" panose="02020603050405020304" pitchFamily="18" charset="0"/>
              </a:rPr>
              <a:t>2) Kişiselleştirilmiş edebiyatın toplumsal birleştirici gücü üzerindeki etkilerinin incelenmesi ve çok kullanıcılı (</a:t>
            </a:r>
            <a:r>
              <a:rPr lang="tr-TR" dirty="0" err="1">
                <a:latin typeface="Times New Roman" panose="02020603050405020304" pitchFamily="18" charset="0"/>
                <a:cs typeface="Times New Roman" panose="02020603050405020304" pitchFamily="18" charset="0"/>
              </a:rPr>
              <a:t>multi-user</a:t>
            </a:r>
            <a:r>
              <a:rPr lang="tr-TR" dirty="0">
                <a:latin typeface="Times New Roman" panose="02020603050405020304" pitchFamily="18" charset="0"/>
                <a:cs typeface="Times New Roman" panose="02020603050405020304" pitchFamily="18" charset="0"/>
              </a:rPr>
              <a:t>) sistemler geliştirilebilir</a:t>
            </a:r>
          </a:p>
          <a:p>
            <a:pPr marL="0" indent="0">
              <a:buNone/>
            </a:pPr>
            <a:r>
              <a:rPr lang="tr-TR" dirty="0">
                <a:latin typeface="Times New Roman" panose="02020603050405020304" pitchFamily="18" charset="0"/>
                <a:cs typeface="Times New Roman" panose="02020603050405020304" pitchFamily="18" charset="0"/>
              </a:rPr>
              <a:t>3) Yapay zekâ üretimindeki mülkiyet gri alanlarını gidermek adına blok zinciri (</a:t>
            </a:r>
            <a:r>
              <a:rPr lang="tr-TR" dirty="0" err="1">
                <a:latin typeface="Times New Roman" panose="02020603050405020304" pitchFamily="18" charset="0"/>
                <a:cs typeface="Times New Roman" panose="02020603050405020304" pitchFamily="18" charset="0"/>
              </a:rPr>
              <a:t>blockchain</a:t>
            </a:r>
            <a:r>
              <a:rPr lang="tr-TR" dirty="0">
                <a:latin typeface="Times New Roman" panose="02020603050405020304" pitchFamily="18" charset="0"/>
                <a:cs typeface="Times New Roman" panose="02020603050405020304" pitchFamily="18" charset="0"/>
              </a:rPr>
              <a:t>) teknolojisi ve akıllı sözleşmeler sisteme dahil edilebilir.</a:t>
            </a:r>
          </a:p>
          <a:p>
            <a:pPr marL="0" indent="0">
              <a:buNone/>
            </a:pPr>
            <a:endParaRPr lang="tr-TR" dirty="0">
              <a:latin typeface="Times New Roman" panose="02020603050405020304" pitchFamily="18" charset="0"/>
              <a:cs typeface="Times New Roman" panose="02020603050405020304" pitchFamily="18" charset="0"/>
            </a:endParaRPr>
          </a:p>
        </p:txBody>
      </p:sp>
      <p:sp>
        <p:nvSpPr>
          <p:cNvPr id="4" name="Slayt Numarası Yer Tutucusu 3">
            <a:extLst>
              <a:ext uri="{FF2B5EF4-FFF2-40B4-BE49-F238E27FC236}">
                <a16:creationId xmlns:a16="http://schemas.microsoft.com/office/drawing/2014/main" id="{FB8F9E5F-B072-D483-917E-A62323A02A73}"/>
              </a:ext>
            </a:extLst>
          </p:cNvPr>
          <p:cNvSpPr>
            <a:spLocks noGrp="1"/>
          </p:cNvSpPr>
          <p:nvPr>
            <p:ph type="sldNum" sz="quarter" idx="12"/>
          </p:nvPr>
        </p:nvSpPr>
        <p:spPr/>
        <p:txBody>
          <a:bodyPr/>
          <a:lstStyle/>
          <a:p>
            <a:fld id="{70C12960-6E85-460F-B6E3-5B82CB31AF3D}" type="slidenum">
              <a:rPr lang="en-US" smtClean="0"/>
              <a:t>18</a:t>
            </a:fld>
            <a:endParaRPr lang="en-US"/>
          </a:p>
        </p:txBody>
      </p:sp>
    </p:spTree>
    <p:extLst>
      <p:ext uri="{BB962C8B-B14F-4D97-AF65-F5344CB8AC3E}">
        <p14:creationId xmlns:p14="http://schemas.microsoft.com/office/powerpoint/2010/main" val="3567897557"/>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290689B-309D-81FF-62DD-C082CC5B5003}"/>
              </a:ext>
            </a:extLst>
          </p:cNvPr>
          <p:cNvSpPr>
            <a:spLocks noGrp="1"/>
          </p:cNvSpPr>
          <p:nvPr>
            <p:ph type="title"/>
          </p:nvPr>
        </p:nvSpPr>
        <p:spPr/>
        <p:txBody>
          <a:bodyPr/>
          <a:lstStyle/>
          <a:p>
            <a:r>
              <a:rPr lang="tr-TR" dirty="0">
                <a:latin typeface="Times New Roman" panose="02020603050405020304" pitchFamily="18" charset="0"/>
                <a:cs typeface="Times New Roman" panose="02020603050405020304" pitchFamily="18" charset="0"/>
              </a:rPr>
              <a:t>Kaynaklar</a:t>
            </a:r>
          </a:p>
        </p:txBody>
      </p:sp>
      <p:sp>
        <p:nvSpPr>
          <p:cNvPr id="3" name="İçerik Yer Tutucusu 2">
            <a:extLst>
              <a:ext uri="{FF2B5EF4-FFF2-40B4-BE49-F238E27FC236}">
                <a16:creationId xmlns:a16="http://schemas.microsoft.com/office/drawing/2014/main" id="{6F2906B9-3B34-8490-897A-DB048F26CA6B}"/>
              </a:ext>
            </a:extLst>
          </p:cNvPr>
          <p:cNvSpPr>
            <a:spLocks noGrp="1"/>
          </p:cNvSpPr>
          <p:nvPr>
            <p:ph idx="1"/>
          </p:nvPr>
        </p:nvSpPr>
        <p:spPr/>
        <p:txBody>
          <a:bodyPr>
            <a:normAutofit fontScale="92500" lnSpcReduction="20000"/>
          </a:bodyPr>
          <a:lstStyle/>
          <a:p>
            <a:pPr>
              <a:lnSpc>
                <a:spcPct val="110000"/>
              </a:lnSpc>
            </a:pPr>
            <a:r>
              <a:rPr lang="en-US" dirty="0" err="1">
                <a:latin typeface="Times New Roman" panose="02020603050405020304" pitchFamily="18" charset="0"/>
                <a:cs typeface="Times New Roman" panose="02020603050405020304" pitchFamily="18" charset="0"/>
              </a:rPr>
              <a:t>Anantrasirichai</a:t>
            </a:r>
            <a:r>
              <a:rPr lang="en-US" dirty="0">
                <a:latin typeface="Times New Roman" panose="02020603050405020304" pitchFamily="18" charset="0"/>
                <a:cs typeface="Times New Roman" panose="02020603050405020304" pitchFamily="18" charset="0"/>
              </a:rPr>
              <a:t>, N., &amp; Bull, D. (2021). Artificial intelligence in the creative industries: A review. Artificial </a:t>
            </a:r>
          </a:p>
          <a:p>
            <a:pPr>
              <a:lnSpc>
                <a:spcPct val="110000"/>
              </a:lnSpc>
            </a:pPr>
            <a:r>
              <a:rPr lang="en-US" dirty="0">
                <a:latin typeface="Times New Roman" panose="02020603050405020304" pitchFamily="18" charset="0"/>
                <a:cs typeface="Times New Roman" panose="02020603050405020304" pitchFamily="18" charset="0"/>
              </a:rPr>
              <a:t>Intelligence Review, 55(1), 589–656. https://doi.org/10.1007/s10462-021-10039-7</a:t>
            </a:r>
          </a:p>
          <a:p>
            <a:pPr>
              <a:lnSpc>
                <a:spcPct val="110000"/>
              </a:lnSpc>
            </a:pPr>
            <a:r>
              <a:rPr lang="en-US" dirty="0">
                <a:latin typeface="Times New Roman" panose="02020603050405020304" pitchFamily="18" charset="0"/>
                <a:cs typeface="Times New Roman" panose="02020603050405020304" pitchFamily="18" charset="0"/>
              </a:rPr>
              <a:t>Li, B., &amp; Riedl, M. O. (2015). Scheherazade: Crowd-powered interactive narrative generation. Proceedings of the AAAI Conference on Artificial Intelligence, 29(1). https://doi.org/10.1609/aaai.v29i1.9782</a:t>
            </a:r>
          </a:p>
          <a:p>
            <a:pPr>
              <a:lnSpc>
                <a:spcPct val="110000"/>
              </a:lnSpc>
            </a:pPr>
            <a:r>
              <a:rPr lang="en-US" dirty="0">
                <a:latin typeface="Times New Roman" panose="02020603050405020304" pitchFamily="18" charset="0"/>
                <a:cs typeface="Times New Roman" panose="02020603050405020304" pitchFamily="18" charset="0"/>
              </a:rPr>
              <a:t>Natale, S., &amp; Henrickson, L. (2022). The Lovelace effect: Perceptions of creativity in machines. New Media &amp; Society, 26(4), 1909–1926. https://doi.org/10.1177/14614448221077278</a:t>
            </a:r>
          </a:p>
          <a:p>
            <a:pPr>
              <a:lnSpc>
                <a:spcPct val="110000"/>
              </a:lnSpc>
            </a:pPr>
            <a:r>
              <a:rPr lang="en-US" dirty="0">
                <a:latin typeface="Times New Roman" panose="02020603050405020304" pitchFamily="18" charset="0"/>
                <a:cs typeface="Times New Roman" panose="02020603050405020304" pitchFamily="18" charset="0"/>
              </a:rPr>
              <a:t>Riedl, M. O., &amp; </a:t>
            </a:r>
            <a:r>
              <a:rPr lang="en-US" dirty="0" err="1">
                <a:latin typeface="Times New Roman" panose="02020603050405020304" pitchFamily="18" charset="0"/>
                <a:cs typeface="Times New Roman" panose="02020603050405020304" pitchFamily="18" charset="0"/>
              </a:rPr>
              <a:t>Bulitko</a:t>
            </a:r>
            <a:r>
              <a:rPr lang="en-US" dirty="0">
                <a:latin typeface="Times New Roman" panose="02020603050405020304" pitchFamily="18" charset="0"/>
                <a:cs typeface="Times New Roman" panose="02020603050405020304" pitchFamily="18" charset="0"/>
              </a:rPr>
              <a:t>, V. (2013). Interactive narrative: An intelligent systems approach. AI Magazine, 34(1), 67–77. https://doi.org/10.1609/aimag.v34i1.2449</a:t>
            </a:r>
          </a:p>
          <a:p>
            <a:pPr>
              <a:lnSpc>
                <a:spcPct val="110000"/>
              </a:lnSpc>
            </a:pPr>
            <a:r>
              <a:rPr lang="en-US" dirty="0" err="1">
                <a:latin typeface="Times New Roman" panose="02020603050405020304" pitchFamily="18" charset="0"/>
                <a:cs typeface="Times New Roman" panose="02020603050405020304" pitchFamily="18" charset="0"/>
              </a:rPr>
              <a:t>Aljuaid</a:t>
            </a:r>
            <a:r>
              <a:rPr lang="en-US" dirty="0">
                <a:latin typeface="Times New Roman" panose="02020603050405020304" pitchFamily="18" charset="0"/>
                <a:cs typeface="Times New Roman" panose="02020603050405020304" pitchFamily="18" charset="0"/>
              </a:rPr>
              <a:t>, H. (2024). The impact of artificial intelligence tools on academic writing instruction in higher education: A systematic review. https://doi.org/10.31235/osf.io/ph24v</a:t>
            </a:r>
          </a:p>
        </p:txBody>
      </p:sp>
      <p:sp>
        <p:nvSpPr>
          <p:cNvPr id="4" name="Slayt Numarası Yer Tutucusu 3">
            <a:extLst>
              <a:ext uri="{FF2B5EF4-FFF2-40B4-BE49-F238E27FC236}">
                <a16:creationId xmlns:a16="http://schemas.microsoft.com/office/drawing/2014/main" id="{F81882B4-F887-EADE-D856-B121DF934C4D}"/>
              </a:ext>
            </a:extLst>
          </p:cNvPr>
          <p:cNvSpPr>
            <a:spLocks noGrp="1"/>
          </p:cNvSpPr>
          <p:nvPr>
            <p:ph type="sldNum" sz="quarter" idx="12"/>
          </p:nvPr>
        </p:nvSpPr>
        <p:spPr/>
        <p:txBody>
          <a:bodyPr/>
          <a:lstStyle/>
          <a:p>
            <a:fld id="{70C12960-6E85-460F-B6E3-5B82CB31AF3D}" type="slidenum">
              <a:rPr lang="en-US" smtClean="0"/>
              <a:t>19</a:t>
            </a:fld>
            <a:endParaRPr lang="en-US"/>
          </a:p>
        </p:txBody>
      </p:sp>
    </p:spTree>
    <p:extLst>
      <p:ext uri="{BB962C8B-B14F-4D97-AF65-F5344CB8AC3E}">
        <p14:creationId xmlns:p14="http://schemas.microsoft.com/office/powerpoint/2010/main" val="30333511"/>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2FA5AACD-28ED-99B5-40F5-0C353604DBDA}"/>
              </a:ext>
            </a:extLst>
          </p:cNvPr>
          <p:cNvSpPr>
            <a:spLocks noGrp="1"/>
          </p:cNvSpPr>
          <p:nvPr>
            <p:ph type="title"/>
          </p:nvPr>
        </p:nvSpPr>
        <p:spPr>
          <a:xfrm>
            <a:off x="1946564" y="1249217"/>
            <a:ext cx="8298873" cy="2258284"/>
          </a:xfrm>
        </p:spPr>
        <p:txBody>
          <a:bodyPr vert="horz" lIns="91440" tIns="45720" rIns="91440" bIns="45720" rtlCol="0" anchor="b">
            <a:normAutofit/>
          </a:bodyPr>
          <a:lstStyle/>
          <a:p>
            <a:pPr algn="ctr"/>
            <a:r>
              <a:rPr lang="en-US" sz="6600"/>
              <a:t>Teşekkür Ederiz</a:t>
            </a:r>
          </a:p>
        </p:txBody>
      </p:sp>
      <p:sp>
        <p:nvSpPr>
          <p:cNvPr id="4" name="Slayt Numarası Yer Tutucusu 3">
            <a:extLst>
              <a:ext uri="{FF2B5EF4-FFF2-40B4-BE49-F238E27FC236}">
                <a16:creationId xmlns:a16="http://schemas.microsoft.com/office/drawing/2014/main" id="{F9F04619-D12B-59F0-7F9D-F34DA4EAA318}"/>
              </a:ext>
            </a:extLst>
          </p:cNvPr>
          <p:cNvSpPr>
            <a:spLocks noGrp="1"/>
          </p:cNvSpPr>
          <p:nvPr>
            <p:ph type="sldNum" sz="quarter" idx="12"/>
          </p:nvPr>
        </p:nvSpPr>
        <p:spPr>
          <a:xfrm>
            <a:off x="10807995" y="6356350"/>
            <a:ext cx="723014" cy="365125"/>
          </a:xfrm>
        </p:spPr>
        <p:txBody>
          <a:bodyPr vert="horz" lIns="91440" tIns="45720" rIns="91440" bIns="45720" rtlCol="0" anchor="ctr">
            <a:normAutofit/>
          </a:bodyPr>
          <a:lstStyle/>
          <a:p>
            <a:pPr>
              <a:spcAft>
                <a:spcPts val="600"/>
              </a:spcAft>
            </a:pPr>
            <a:fld id="{70C12960-6E85-460F-B6E3-5B82CB31AF3D}" type="slidenum">
              <a:rPr lang="en-US" smtClean="0"/>
              <a:pPr>
                <a:spcAft>
                  <a:spcPts val="600"/>
                </a:spcAft>
              </a:pPr>
              <a:t>20</a:t>
            </a:fld>
            <a:endParaRPr lang="en-US"/>
          </a:p>
        </p:txBody>
      </p:sp>
      <p:cxnSp>
        <p:nvCxnSpPr>
          <p:cNvPr id="22" name="Straight Connector 21">
            <a:extLst>
              <a:ext uri="{FF2B5EF4-FFF2-40B4-BE49-F238E27FC236}">
                <a16:creationId xmlns:a16="http://schemas.microsoft.com/office/drawing/2014/main" id="{5E10C1D6-7EDE-467F-89EA-E0244EB623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30240" y="4290504"/>
            <a:ext cx="73152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557038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2059</TotalTime>
  <Words>988</Words>
  <Application>Microsoft Office PowerPoint</Application>
  <PresentationFormat>Geniş ekran</PresentationFormat>
  <Paragraphs>106</Paragraphs>
  <Slides>20</Slides>
  <Notes>1</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20</vt:i4>
      </vt:variant>
    </vt:vector>
  </HeadingPairs>
  <TitlesOfParts>
    <vt:vector size="25" baseType="lpstr">
      <vt:lpstr>Aptos</vt:lpstr>
      <vt:lpstr>Arial</vt:lpstr>
      <vt:lpstr>Grandview Display</vt:lpstr>
      <vt:lpstr>Times New Roman</vt:lpstr>
      <vt:lpstr>DashVTI</vt:lpstr>
      <vt:lpstr>Kullanıcı Tercihleri ve Duygu Analizi Temelli Doğrusal Olmayan Otonom Hikâye Üretim Sistemi</vt:lpstr>
      <vt:lpstr>İçerik</vt:lpstr>
      <vt:lpstr>Giriş</vt:lpstr>
      <vt:lpstr>Giriş</vt:lpstr>
      <vt:lpstr>Problem</vt:lpstr>
      <vt:lpstr>Amaç</vt:lpstr>
      <vt:lpstr>Yöntem(Sitenin Tasarlanması)</vt:lpstr>
      <vt:lpstr>Yöntem(Duygu Senaryolarının Testi)</vt:lpstr>
      <vt:lpstr>Yöntem(Sisteme Yapay Zekânın Entegresi)</vt:lpstr>
      <vt:lpstr>Yöntem(Sitenin Son Hali)</vt:lpstr>
      <vt:lpstr>Yöntem(Sistemin İşleyişi)</vt:lpstr>
      <vt:lpstr>Yöntem(Duygu Analizi)</vt:lpstr>
      <vt:lpstr>Bulgular</vt:lpstr>
      <vt:lpstr>Bulgular</vt:lpstr>
      <vt:lpstr>Bulgular</vt:lpstr>
      <vt:lpstr>Sonuç ve Tartışma</vt:lpstr>
      <vt:lpstr>Sonuç ve Tartışma</vt:lpstr>
      <vt:lpstr>Öneriler</vt:lpstr>
      <vt:lpstr>Kaynaklar</vt:lpstr>
      <vt:lpstr>Teşekkür Ederiz</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Burak Aslan</dc:creator>
  <cp:lastModifiedBy>Alaettin ÇAKAL</cp:lastModifiedBy>
  <cp:revision>8</cp:revision>
  <dcterms:created xsi:type="dcterms:W3CDTF">2026-02-02T07:51:02Z</dcterms:created>
  <dcterms:modified xsi:type="dcterms:W3CDTF">2026-02-06T07:26:31Z</dcterms:modified>
</cp:coreProperties>
</file>